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82" r:id="rId3"/>
    <p:sldId id="383" r:id="rId4"/>
    <p:sldId id="388" r:id="rId5"/>
    <p:sldId id="384" r:id="rId6"/>
    <p:sldId id="389" r:id="rId7"/>
    <p:sldId id="390" r:id="rId8"/>
    <p:sldId id="391" r:id="rId9"/>
    <p:sldId id="387" r:id="rId10"/>
    <p:sldId id="394" r:id="rId11"/>
    <p:sldId id="395" r:id="rId12"/>
    <p:sldId id="396" r:id="rId13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243"/>
    <p:restoredTop sz="94613"/>
  </p:normalViewPr>
  <p:slideViewPr>
    <p:cSldViewPr snapToGrid="0">
      <p:cViewPr>
        <p:scale>
          <a:sx n="99" d="100"/>
          <a:sy n="99" d="100"/>
        </p:scale>
        <p:origin x="3360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8AE48-AB3F-6544-B8D0-11E4795B5BA3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C0DC9-7C7A-8047-A483-8236A41A007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3495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4D73D-067D-0342-AFA0-067DAE810510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8811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E0FD-1C89-B218-2104-B31076DC4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0113F-FAF2-2D35-4EC9-0596EEE2F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5413A-E94F-0554-7C7E-ABBF9B67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F961-D715-0A3E-9CC5-C384A0B2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9531-E074-8C6E-7B70-5E67A6EE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4047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5869-FF0A-BB9E-4258-DDD48622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E21B3-943D-736B-D34F-82B9F519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3E34-1C3B-7A2C-8913-B899A4E2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249DA-8F30-3E76-1D2D-B93B68E2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D36D-9007-E3D3-5818-E41923CB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4702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A4F2-D464-3027-C33A-FAE5AE7E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7DD10-90D8-CDFD-24F5-391E915C7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59C2C-A5CA-A14F-7E86-C67D2971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BB276-39A0-4083-C250-FCE6E813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2F008-DBF2-21B9-D143-C82BE085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5768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9ECB-1AB6-0377-C7C3-BF50ADB1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C3E1D-601F-4DD1-9AC1-4C0FD04C1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56E5A-A4ED-36C7-CA01-6402A265E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3B8B0-3970-1685-544E-403B442C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BE40A-DBAB-4C36-9BFE-192FA958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C4122-01C5-87DE-3AA8-F3751A86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211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436A-F72B-8D47-F333-1E7B6D659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A61B4-D453-9566-26A6-79F068209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42336-7D9C-77C5-3380-2DDC40E6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E14A5-C2AB-A622-679F-C02BB6AAC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8644D-F297-0E1B-8053-F91498C85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59653-4400-7422-0913-0E389114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FA277-D326-A251-67BD-C9D03B04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00F7F-280F-C560-057F-8F935F6B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813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7625-B701-EED1-C979-665D1297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00A42-4751-22C1-DF36-5A67615F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0DEA9-A5E3-934E-CB07-C0F4E633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AD96-C89E-6F13-C89C-C16AE857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0292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629D6-8D75-7979-2AD9-8DAD0B21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097F0-8BE2-78C3-469C-B92E9992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F7FA0-C5F4-8993-741B-427AA88D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0124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502B-EAD2-2438-9D55-8D4814DB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49CE-7354-AD06-026E-C46F96C20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66E8E-2B0D-7F1F-4732-42B6BC5FE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7EAB0-D7E3-D130-1C2F-291EA92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3C853-5D89-372C-A293-E9D70D34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5D11E-D68E-688F-496E-291C9298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9876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35AE-DFC3-9AE1-B407-E61F79BD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CAA99-0B2F-BB0D-3FE8-4C8C1FF15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7B0CD-CD3B-74D3-E0C3-A8977DB1A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63FFC-BA3E-C6E1-BE9C-CB08A9AD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B7251-C1C0-28FB-4038-7EFD0F10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6DD0F-28F9-51A5-198A-4DFB8F53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9617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9782-B035-576B-BABF-FAA72143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7685B-A483-3966-C3C7-241B6C779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CD0E-39C3-5621-5481-B1E55E0A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F980-1846-171D-C23C-77E361D8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ABDAD-7472-3731-F20B-7DFC3BEB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1959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070B5F-3A2F-5E51-30B6-67F876664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4CBC5-89C8-735D-A7AC-C9C6F946F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7EE8-7474-4DB5-C7AD-F0524758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F0F4-64AC-5C98-1C94-96624CE5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5A7D-A37E-94B7-2FEA-C3A24C78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8238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3E695-6946-4245-3593-D9AA6429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D82EC-C978-953B-8EF6-705995F02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C86D-9D25-5536-F1BC-C42FE4542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D561B-0B4A-CD46-9948-2D41EDB37F62}" type="datetimeFigureOut">
              <a:rPr lang="en-TH" smtClean="0"/>
              <a:t>27/9/2025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62D10-D6BF-95F3-05A0-4EF504D09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20769-6BDC-0769-13E0-7DE502820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4AAFF-DE59-CC44-9665-817B20B8FC80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97180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86A2-3515-29F3-3B54-1A5B9A56E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H" b="1" dirty="0"/>
              <a:t>Mini Project</a:t>
            </a:r>
            <a:endParaRPr lang="en-T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5E942-9488-BE5C-7282-49B492FC3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010243109 Introduction to Engineering</a:t>
            </a:r>
          </a:p>
          <a:p>
            <a:r>
              <a:rPr lang="en-US" sz="2400" dirty="0"/>
              <a:t>Asst. Prof. Dr. AMORNPHUN PHUNOPAS, DEPARTMENT OF PRODUCTION AND ROBOTICS ENGINEERING FACULTY OF ENGINEERING - KMUTNB </a:t>
            </a:r>
          </a:p>
          <a:p>
            <a:endParaRPr lang="en-TH" dirty="0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42496AA0-6432-B12B-A614-670A3F3BA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Dobot Robotic Arm - Starter Pack">
            <a:extLst>
              <a:ext uri="{FF2B5EF4-FFF2-40B4-BE49-F238E27FC236}">
                <a16:creationId xmlns:a16="http://schemas.microsoft.com/office/drawing/2014/main" id="{0E4A87D4-1BF8-10EF-4F57-33B73191F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71" y="498893"/>
            <a:ext cx="3590103" cy="295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DOBOT Magician Robotic Arm: Buy or Lease at Top3DShop">
            <a:extLst>
              <a:ext uri="{FF2B5EF4-FFF2-40B4-BE49-F238E27FC236}">
                <a16:creationId xmlns:a16="http://schemas.microsoft.com/office/drawing/2014/main" id="{98C4F71D-CD97-A948-AB88-1DEC73B2F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38" y="1402470"/>
            <a:ext cx="3289852" cy="246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Robotics Dobot Blockly Lessons – Chris and Jim CIM">
            <a:extLst>
              <a:ext uri="{FF2B5EF4-FFF2-40B4-BE49-F238E27FC236}">
                <a16:creationId xmlns:a16="http://schemas.microsoft.com/office/drawing/2014/main" id="{4B3BBF3F-628D-18DE-21E1-68E87D808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654" y="189513"/>
            <a:ext cx="2062466" cy="215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85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CF8E-D7E3-4E49-A12A-8086DBD8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b="1" dirty="0">
                <a:solidFill>
                  <a:srgbClr val="0432FF"/>
                </a:solidFill>
              </a:rPr>
              <a:t>Robot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56AEA-26B8-0CDE-930B-ABF3749E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2</a:t>
            </a:fld>
            <a:endParaRPr lang="en-TH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36DAB6-CE10-3F1B-12B8-AC3563076302}"/>
              </a:ext>
            </a:extLst>
          </p:cNvPr>
          <p:cNvGrpSpPr/>
          <p:nvPr/>
        </p:nvGrpSpPr>
        <p:grpSpPr>
          <a:xfrm>
            <a:off x="1796409" y="1662390"/>
            <a:ext cx="3071532" cy="4722258"/>
            <a:chOff x="1785258" y="1770617"/>
            <a:chExt cx="3071532" cy="47222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96620C-C1EA-16B1-2105-F4F9171EB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5258" y="2141538"/>
              <a:ext cx="3071532" cy="4351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C685A-8BEB-D942-838A-9AF03A5EE14C}"/>
                </a:ext>
              </a:extLst>
            </p:cNvPr>
            <p:cNvSpPr txBox="1"/>
            <p:nvPr/>
          </p:nvSpPr>
          <p:spPr>
            <a:xfrm>
              <a:off x="2554179" y="1770617"/>
              <a:ext cx="1558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Field template</a:t>
              </a:r>
              <a:endParaRPr lang="en-TH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9926FE-D6A4-5499-6F11-D52B2DD81348}"/>
              </a:ext>
            </a:extLst>
          </p:cNvPr>
          <p:cNvGrpSpPr/>
          <p:nvPr/>
        </p:nvGrpSpPr>
        <p:grpSpPr>
          <a:xfrm>
            <a:off x="6283290" y="1571237"/>
            <a:ext cx="4015050" cy="4690998"/>
            <a:chOff x="6194081" y="1560086"/>
            <a:chExt cx="4015050" cy="469099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A8A093-F943-4A3B-2AEC-401EDFA2B598}"/>
                </a:ext>
              </a:extLst>
            </p:cNvPr>
            <p:cNvGrpSpPr/>
            <p:nvPr/>
          </p:nvGrpSpPr>
          <p:grpSpPr>
            <a:xfrm>
              <a:off x="6194081" y="1560086"/>
              <a:ext cx="4015050" cy="4216401"/>
              <a:chOff x="5009990" y="551258"/>
              <a:chExt cx="5321421" cy="5571067"/>
            </a:xfrm>
          </p:grpSpPr>
          <p:pic>
            <p:nvPicPr>
              <p:cNvPr id="5" name="Picture 10" descr="Robotics Dobot Blockly Lessons – Chris and Jim CIM">
                <a:extLst>
                  <a:ext uri="{FF2B5EF4-FFF2-40B4-BE49-F238E27FC236}">
                    <a16:creationId xmlns:a16="http://schemas.microsoft.com/office/drawing/2014/main" id="{BF703EE1-AA66-6CDC-E754-257A959B0C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011043" y="551258"/>
                <a:ext cx="5320368" cy="5571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816004-C525-D3E2-7DE1-997B81318868}"/>
                  </a:ext>
                </a:extLst>
              </p:cNvPr>
              <p:cNvSpPr/>
              <p:nvPr/>
            </p:nvSpPr>
            <p:spPr>
              <a:xfrm>
                <a:off x="5009990" y="553250"/>
                <a:ext cx="2259106" cy="29278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F0451C-C64F-617F-EAA8-35CE96A8E78B}"/>
                </a:ext>
              </a:extLst>
            </p:cNvPr>
            <p:cNvSpPr txBox="1"/>
            <p:nvPr/>
          </p:nvSpPr>
          <p:spPr>
            <a:xfrm>
              <a:off x="6531417" y="5881752"/>
              <a:ext cx="3401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b="1" dirty="0"/>
                <a:t>Move Dobot to the field template</a:t>
              </a:r>
            </a:p>
          </p:txBody>
        </p:sp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77073440-F320-9AB1-643E-38A3B44F8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A141A2-9C76-9B42-B99C-5D8C34191361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329192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F8D8-12BC-6F2B-61B5-33E673E9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b="1" dirty="0">
                <a:solidFill>
                  <a:srgbClr val="0432FF"/>
                </a:solidFill>
              </a:rPr>
              <a:t>Setup the scene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51EFA-A316-90CD-2502-AC38E9CF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3</a:t>
            </a:fld>
            <a:endParaRPr lang="en-TH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81FE1E-C71D-AC17-ED02-E0FBE3F2F948}"/>
              </a:ext>
            </a:extLst>
          </p:cNvPr>
          <p:cNvGrpSpPr/>
          <p:nvPr/>
        </p:nvGrpSpPr>
        <p:grpSpPr>
          <a:xfrm>
            <a:off x="956023" y="2139949"/>
            <a:ext cx="10646868" cy="4216401"/>
            <a:chOff x="956023" y="2139949"/>
            <a:chExt cx="10646868" cy="4216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CC01B6-D2FB-A819-96F6-42724D1A1F7C}"/>
                </a:ext>
              </a:extLst>
            </p:cNvPr>
            <p:cNvGrpSpPr/>
            <p:nvPr/>
          </p:nvGrpSpPr>
          <p:grpSpPr>
            <a:xfrm>
              <a:off x="2701436" y="2139949"/>
              <a:ext cx="4015050" cy="4216401"/>
              <a:chOff x="5009990" y="551258"/>
              <a:chExt cx="5321421" cy="5571067"/>
            </a:xfrm>
          </p:grpSpPr>
          <p:pic>
            <p:nvPicPr>
              <p:cNvPr id="6" name="Picture 10" descr="Robotics Dobot Blockly Lessons – Chris and Jim CIM">
                <a:extLst>
                  <a:ext uri="{FF2B5EF4-FFF2-40B4-BE49-F238E27FC236}">
                    <a16:creationId xmlns:a16="http://schemas.microsoft.com/office/drawing/2014/main" id="{12BD7A38-8BEF-D29D-4F10-23EA414BC0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011043" y="551258"/>
                <a:ext cx="5320368" cy="5571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2FA7BF-61C5-303B-BA38-6BD7D8894E04}"/>
                  </a:ext>
                </a:extLst>
              </p:cNvPr>
              <p:cNvSpPr/>
              <p:nvPr/>
            </p:nvSpPr>
            <p:spPr>
              <a:xfrm>
                <a:off x="5009990" y="553250"/>
                <a:ext cx="2259106" cy="29278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pic>
          <p:nvPicPr>
            <p:cNvPr id="8" name="Picture 2" descr="Portable Mini Webcam Tripod for Smartphone Flexible Web Camera Desktop  Holder | eBay">
              <a:extLst>
                <a:ext uri="{FF2B5EF4-FFF2-40B4-BE49-F238E27FC236}">
                  <a16:creationId xmlns:a16="http://schemas.microsoft.com/office/drawing/2014/main" id="{281288F7-5F5E-AB47-1094-E34BCC29CC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300" b="95100" l="10000" r="90000">
                          <a14:foregroundMark x1="30800" y1="94500" x2="39000" y2="72400"/>
                          <a14:foregroundMark x1="61900" y1="95100" x2="61900" y2="92300"/>
                          <a14:foregroundMark x1="58400" y1="9800" x2="47400" y2="93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023" y="3068224"/>
              <a:ext cx="2811716" cy="2811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3ECD21A-1E8E-9CA0-4B1E-996BED422A32}"/>
                </a:ext>
              </a:extLst>
            </p:cNvPr>
            <p:cNvGrpSpPr/>
            <p:nvPr/>
          </p:nvGrpSpPr>
          <p:grpSpPr>
            <a:xfrm>
              <a:off x="7999078" y="2923812"/>
              <a:ext cx="3603813" cy="2867148"/>
              <a:chOff x="7100046" y="3264572"/>
              <a:chExt cx="3603813" cy="2867148"/>
            </a:xfrm>
          </p:grpSpPr>
          <p:pic>
            <p:nvPicPr>
              <p:cNvPr id="1028" name="Picture 4" descr="Computer-Bilder: Stock-Fotos &amp; -Videos. | Adobe Stock">
                <a:extLst>
                  <a:ext uri="{FF2B5EF4-FFF2-40B4-BE49-F238E27FC236}">
                    <a16:creationId xmlns:a16="http://schemas.microsoft.com/office/drawing/2014/main" id="{98580277-705A-0CD6-F29A-ECF8FCE89A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843" r="18454"/>
              <a:stretch/>
            </p:blipFill>
            <p:spPr bwMode="auto">
              <a:xfrm>
                <a:off x="7100046" y="3264572"/>
                <a:ext cx="3603813" cy="28671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OpenCV-Python Is Now An Official OpenCV Project - OpenCV">
                <a:extLst>
                  <a:ext uri="{FF2B5EF4-FFF2-40B4-BE49-F238E27FC236}">
                    <a16:creationId xmlns:a16="http://schemas.microsoft.com/office/drawing/2014/main" id="{035F5FD7-61D2-2EDD-5179-6D0A2B09A1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54586" y="4049485"/>
                <a:ext cx="1616213" cy="768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21D1503-AF49-DC26-37CB-923C06E86994}"/>
                </a:ext>
              </a:extLst>
            </p:cNvPr>
            <p:cNvCxnSpPr>
              <a:cxnSpLocks/>
            </p:cNvCxnSpPr>
            <p:nvPr/>
          </p:nvCxnSpPr>
          <p:spPr>
            <a:xfrm>
              <a:off x="6579220" y="4474082"/>
              <a:ext cx="14198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3105FBF-A5E8-6796-5F49-3A3240B341D7}"/>
                </a:ext>
              </a:extLst>
            </p:cNvPr>
            <p:cNvCxnSpPr>
              <a:cxnSpLocks/>
            </p:cNvCxnSpPr>
            <p:nvPr/>
          </p:nvCxnSpPr>
          <p:spPr>
            <a:xfrm>
              <a:off x="6579220" y="5139438"/>
              <a:ext cx="14198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1BF764D-9329-1C7E-3B15-24A1AB2565AC}"/>
                </a:ext>
              </a:extLst>
            </p:cNvPr>
            <p:cNvSpPr txBox="1"/>
            <p:nvPr/>
          </p:nvSpPr>
          <p:spPr>
            <a:xfrm>
              <a:off x="6621305" y="3956739"/>
              <a:ext cx="1335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USB Camera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0FDAB3-1DDC-A710-ED03-61CADBEED861}"/>
                </a:ext>
              </a:extLst>
            </p:cNvPr>
            <p:cNvSpPr txBox="1"/>
            <p:nvPr/>
          </p:nvSpPr>
          <p:spPr>
            <a:xfrm>
              <a:off x="6621305" y="4730142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USB Dobot</a:t>
              </a:r>
            </a:p>
          </p:txBody>
        </p:sp>
      </p:grpSp>
      <p:pic>
        <p:nvPicPr>
          <p:cNvPr id="18" name="Picture 13">
            <a:extLst>
              <a:ext uri="{FF2B5EF4-FFF2-40B4-BE49-F238E27FC236}">
                <a16:creationId xmlns:a16="http://schemas.microsoft.com/office/drawing/2014/main" id="{1EFDECC4-1590-8411-FEE9-C9160585A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634216-611F-E37C-A30D-747F74578F56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16040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ED1-5403-6788-FA78-53679AA2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Rules</a:t>
            </a:r>
            <a:r>
              <a:rPr lang="en-TH" b="1" dirty="0">
                <a:solidFill>
                  <a:srgbClr val="0432FF"/>
                </a:solidFill>
              </a:rPr>
              <a:t> to 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5141C-56F7-DE95-9902-BCFEE9C9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4</a:t>
            </a:fld>
            <a:endParaRPr lang="en-TH" dirty="0"/>
          </a:p>
        </p:txBody>
      </p:sp>
      <p:pic>
        <p:nvPicPr>
          <p:cNvPr id="2050" name="Picture 2" descr="shobhana enterprises 33.5 L Fish Bowl Price in India - Buy shobhana  enterprises 33.5 L Fish Bowl online at Flipkart.com">
            <a:extLst>
              <a:ext uri="{FF2B5EF4-FFF2-40B4-BE49-F238E27FC236}">
                <a16:creationId xmlns:a16="http://schemas.microsoft.com/office/drawing/2014/main" id="{D1102583-A87E-F8D1-4B99-F9D64EB5B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2" y="1935196"/>
            <a:ext cx="4334455" cy="436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be 7">
            <a:extLst>
              <a:ext uri="{FF2B5EF4-FFF2-40B4-BE49-F238E27FC236}">
                <a16:creationId xmlns:a16="http://schemas.microsoft.com/office/drawing/2014/main" id="{B5F2494A-42D9-24AA-E188-325CB699EAE2}"/>
              </a:ext>
            </a:extLst>
          </p:cNvPr>
          <p:cNvSpPr/>
          <p:nvPr/>
        </p:nvSpPr>
        <p:spPr>
          <a:xfrm>
            <a:off x="2137594" y="4251188"/>
            <a:ext cx="483669" cy="490575"/>
          </a:xfrm>
          <a:prstGeom prst="cube">
            <a:avLst/>
          </a:prstGeom>
          <a:solidFill>
            <a:srgbClr val="FFFF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9795517F-12A1-0F74-2FDC-48ED2B2DA773}"/>
              </a:ext>
            </a:extLst>
          </p:cNvPr>
          <p:cNvSpPr/>
          <p:nvPr/>
        </p:nvSpPr>
        <p:spPr>
          <a:xfrm>
            <a:off x="2137594" y="3070026"/>
            <a:ext cx="483669" cy="490575"/>
          </a:xfrm>
          <a:prstGeom prst="cube">
            <a:avLst/>
          </a:prstGeom>
          <a:solidFill>
            <a:srgbClr val="00B05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AECCBA24-17CC-077D-676B-F1838B1C443D}"/>
              </a:ext>
            </a:extLst>
          </p:cNvPr>
          <p:cNvSpPr/>
          <p:nvPr/>
        </p:nvSpPr>
        <p:spPr>
          <a:xfrm>
            <a:off x="2152159" y="3664690"/>
            <a:ext cx="483669" cy="490575"/>
          </a:xfrm>
          <a:prstGeom prst="cub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4D212C1B-84B3-09FA-0518-36027FA2BC44}"/>
              </a:ext>
            </a:extLst>
          </p:cNvPr>
          <p:cNvSpPr/>
          <p:nvPr/>
        </p:nvSpPr>
        <p:spPr>
          <a:xfrm>
            <a:off x="3036333" y="3067074"/>
            <a:ext cx="483669" cy="490575"/>
          </a:xfrm>
          <a:prstGeom prst="cube">
            <a:avLst/>
          </a:prstGeom>
          <a:solidFill>
            <a:srgbClr val="00B05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53E20E01-487D-C21E-97A1-D367E65ED4A5}"/>
              </a:ext>
            </a:extLst>
          </p:cNvPr>
          <p:cNvSpPr/>
          <p:nvPr/>
        </p:nvSpPr>
        <p:spPr>
          <a:xfrm>
            <a:off x="2152159" y="4837623"/>
            <a:ext cx="483669" cy="490575"/>
          </a:xfrm>
          <a:prstGeom prst="cube">
            <a:avLst/>
          </a:prstGeom>
          <a:solidFill>
            <a:srgbClr val="0432FF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D84B48B4-87C1-77F5-6142-26A8EB1E2F85}"/>
              </a:ext>
            </a:extLst>
          </p:cNvPr>
          <p:cNvSpPr/>
          <p:nvPr/>
        </p:nvSpPr>
        <p:spPr>
          <a:xfrm>
            <a:off x="3036333" y="3661738"/>
            <a:ext cx="483669" cy="490575"/>
          </a:xfrm>
          <a:prstGeom prst="cub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5D630A8-A5F9-3402-3DFF-49D6C7F5C9E2}"/>
              </a:ext>
            </a:extLst>
          </p:cNvPr>
          <p:cNvSpPr/>
          <p:nvPr/>
        </p:nvSpPr>
        <p:spPr>
          <a:xfrm>
            <a:off x="3036333" y="4837622"/>
            <a:ext cx="483669" cy="490575"/>
          </a:xfrm>
          <a:prstGeom prst="cube">
            <a:avLst/>
          </a:prstGeom>
          <a:solidFill>
            <a:srgbClr val="0432FF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9CDB92EC-10DA-C2CB-2AE7-07FD9A8A2066}"/>
              </a:ext>
            </a:extLst>
          </p:cNvPr>
          <p:cNvSpPr/>
          <p:nvPr/>
        </p:nvSpPr>
        <p:spPr>
          <a:xfrm>
            <a:off x="3036333" y="4251187"/>
            <a:ext cx="483669" cy="490575"/>
          </a:xfrm>
          <a:prstGeom prst="cube">
            <a:avLst/>
          </a:prstGeom>
          <a:solidFill>
            <a:srgbClr val="FFFF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201FC62-29DF-D952-7138-A92C41372836}"/>
              </a:ext>
            </a:extLst>
          </p:cNvPr>
          <p:cNvGrpSpPr/>
          <p:nvPr/>
        </p:nvGrpSpPr>
        <p:grpSpPr>
          <a:xfrm>
            <a:off x="8252161" y="1935196"/>
            <a:ext cx="3071532" cy="4351337"/>
            <a:chOff x="7728858" y="2141538"/>
            <a:chExt cx="3071532" cy="43513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746CEB-11ED-C839-A5B2-BC4657B8A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8858" y="2141538"/>
              <a:ext cx="3071532" cy="4351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CC67024-1C3F-7418-16A0-DBEBFECBBDD4}"/>
                </a:ext>
              </a:extLst>
            </p:cNvPr>
            <p:cNvCxnSpPr/>
            <p:nvPr/>
          </p:nvCxnSpPr>
          <p:spPr>
            <a:xfrm>
              <a:off x="8747497" y="3011252"/>
              <a:ext cx="49065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FC5AC43-C18E-83F6-B30E-C9B9E6960361}"/>
                </a:ext>
              </a:extLst>
            </p:cNvPr>
            <p:cNvCxnSpPr>
              <a:cxnSpLocks/>
            </p:cNvCxnSpPr>
            <p:nvPr/>
          </p:nvCxnSpPr>
          <p:spPr>
            <a:xfrm>
              <a:off x="9287649" y="3020803"/>
              <a:ext cx="49065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4E2A587-9578-5793-856B-37FB475EE056}"/>
                </a:ext>
              </a:extLst>
            </p:cNvPr>
            <p:cNvCxnSpPr>
              <a:cxnSpLocks/>
            </p:cNvCxnSpPr>
            <p:nvPr/>
          </p:nvCxnSpPr>
          <p:spPr>
            <a:xfrm>
              <a:off x="9772515" y="3082484"/>
              <a:ext cx="0" cy="4362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8A132C5-CA9F-A433-7DE0-1BBAA9C7EE46}"/>
                </a:ext>
              </a:extLst>
            </p:cNvPr>
            <p:cNvCxnSpPr>
              <a:cxnSpLocks/>
            </p:cNvCxnSpPr>
            <p:nvPr/>
          </p:nvCxnSpPr>
          <p:spPr>
            <a:xfrm>
              <a:off x="9770209" y="3553426"/>
              <a:ext cx="0" cy="4362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5CFF832-BE7B-E1D1-3F94-EA0D462C1B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7649" y="4034476"/>
              <a:ext cx="48486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D86B3A6-07EB-8322-4403-B38A0E0E2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497" y="4034476"/>
              <a:ext cx="48486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D9DC0B6-0F57-3E8C-1796-98D84E9D61AF}"/>
                </a:ext>
              </a:extLst>
            </p:cNvPr>
            <p:cNvCxnSpPr>
              <a:cxnSpLocks/>
            </p:cNvCxnSpPr>
            <p:nvPr/>
          </p:nvCxnSpPr>
          <p:spPr>
            <a:xfrm>
              <a:off x="8750602" y="3553426"/>
              <a:ext cx="0" cy="43622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4C65AB9-2863-15CE-CEEB-549E7758EFC6}"/>
              </a:ext>
            </a:extLst>
          </p:cNvPr>
          <p:cNvSpPr txBox="1"/>
          <p:nvPr/>
        </p:nvSpPr>
        <p:spPr>
          <a:xfrm>
            <a:off x="5248813" y="2004133"/>
            <a:ext cx="27927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TH" dirty="0"/>
              <a:t>There are 8 cubes with 4 colors </a:t>
            </a:r>
            <a:r>
              <a:rPr lang="en-US" dirty="0"/>
              <a:t>in</a:t>
            </a:r>
            <a:r>
              <a:rPr lang="en-TH" dirty="0"/>
              <a:t> the bowl.</a:t>
            </a:r>
          </a:p>
          <a:p>
            <a:pPr marL="285750" indent="-285750">
              <a:buFontTx/>
              <a:buChar char="-"/>
            </a:pPr>
            <a:r>
              <a:rPr lang="en-TH" dirty="0"/>
              <a:t>Randomly pick a cube </a:t>
            </a:r>
            <a:r>
              <a:rPr lang="en-US" dirty="0"/>
              <a:t>and place it one by one</a:t>
            </a:r>
            <a:r>
              <a:rPr lang="en-TH" dirty="0"/>
              <a:t> on the field template.</a:t>
            </a:r>
          </a:p>
          <a:p>
            <a:pPr marL="285750" indent="-285750">
              <a:buFontTx/>
              <a:buChar char="-"/>
            </a:pPr>
            <a:r>
              <a:rPr lang="en-TH" dirty="0"/>
              <a:t>Team A and B have the same pattern.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5DE8BA-76FE-C965-FF3F-868A6CF541BF}"/>
              </a:ext>
            </a:extLst>
          </p:cNvPr>
          <p:cNvSpPr txBox="1"/>
          <p:nvPr/>
        </p:nvSpPr>
        <p:spPr>
          <a:xfrm>
            <a:off x="2292678" y="5697141"/>
            <a:ext cx="1227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/>
              <a:t>Lucky Bowl</a:t>
            </a:r>
          </a:p>
        </p:txBody>
      </p:sp>
      <p:pic>
        <p:nvPicPr>
          <p:cNvPr id="34" name="Picture 13">
            <a:extLst>
              <a:ext uri="{FF2B5EF4-FFF2-40B4-BE49-F238E27FC236}">
                <a16:creationId xmlns:a16="http://schemas.microsoft.com/office/drawing/2014/main" id="{5212DEEE-FA15-DF24-9EA0-7B16F8B0E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0BFFDC-FE4C-835C-7D32-04A06FEEEFB9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12548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35EC-611C-5835-5B02-83D070D5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Rules</a:t>
            </a:r>
            <a:r>
              <a:rPr lang="en-TH" b="1" dirty="0">
                <a:solidFill>
                  <a:srgbClr val="0432FF"/>
                </a:solidFill>
              </a:rPr>
              <a:t> to play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E061B-DF8C-5ECD-8794-FC4EB805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5</a:t>
            </a:fld>
            <a:endParaRPr lang="en-TH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CBE4ED-D553-E6E2-2D65-B944225EE143}"/>
              </a:ext>
            </a:extLst>
          </p:cNvPr>
          <p:cNvGrpSpPr/>
          <p:nvPr/>
        </p:nvGrpSpPr>
        <p:grpSpPr>
          <a:xfrm>
            <a:off x="963458" y="2105791"/>
            <a:ext cx="1891183" cy="1847423"/>
            <a:chOff x="821675" y="2781618"/>
            <a:chExt cx="2623230" cy="25625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4A280B-CA68-457B-E5DB-15EE9A387DAB}"/>
                </a:ext>
              </a:extLst>
            </p:cNvPr>
            <p:cNvSpPr/>
            <p:nvPr/>
          </p:nvSpPr>
          <p:spPr>
            <a:xfrm>
              <a:off x="838200" y="2781620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DA2ADA-E92F-2E16-F4C0-D652067600D9}"/>
                </a:ext>
              </a:extLst>
            </p:cNvPr>
            <p:cNvSpPr/>
            <p:nvPr/>
          </p:nvSpPr>
          <p:spPr>
            <a:xfrm>
              <a:off x="1764180" y="2781619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F24F8F-56C5-7B85-23A2-277C38AA1128}"/>
                </a:ext>
              </a:extLst>
            </p:cNvPr>
            <p:cNvSpPr/>
            <p:nvPr/>
          </p:nvSpPr>
          <p:spPr>
            <a:xfrm>
              <a:off x="2707238" y="2781618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0F400E-932B-1D94-1BBB-3697D360D396}"/>
                </a:ext>
              </a:extLst>
            </p:cNvPr>
            <p:cNvSpPr/>
            <p:nvPr/>
          </p:nvSpPr>
          <p:spPr>
            <a:xfrm>
              <a:off x="838200" y="3694051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3E16A83-A8FC-9EA8-90E4-89DE5D379CCD}"/>
                </a:ext>
              </a:extLst>
            </p:cNvPr>
            <p:cNvSpPr/>
            <p:nvPr/>
          </p:nvSpPr>
          <p:spPr>
            <a:xfrm>
              <a:off x="1764180" y="3694050"/>
              <a:ext cx="737667" cy="7376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0815FD-CBB3-FC55-6E28-10874F29E12D}"/>
                </a:ext>
              </a:extLst>
            </p:cNvPr>
            <p:cNvSpPr/>
            <p:nvPr/>
          </p:nvSpPr>
          <p:spPr>
            <a:xfrm>
              <a:off x="2707238" y="3694049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7C93A9-7CB5-8030-2B7E-2DB514107015}"/>
                </a:ext>
              </a:extLst>
            </p:cNvPr>
            <p:cNvSpPr/>
            <p:nvPr/>
          </p:nvSpPr>
          <p:spPr>
            <a:xfrm>
              <a:off x="821675" y="4606482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2B9FDF-3D58-EB08-55A5-63A347F2BFC5}"/>
                </a:ext>
              </a:extLst>
            </p:cNvPr>
            <p:cNvSpPr/>
            <p:nvPr/>
          </p:nvSpPr>
          <p:spPr>
            <a:xfrm>
              <a:off x="1747655" y="4606481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5355F7-E970-812F-750B-F7D2BD4DF65E}"/>
                </a:ext>
              </a:extLst>
            </p:cNvPr>
            <p:cNvSpPr/>
            <p:nvPr/>
          </p:nvSpPr>
          <p:spPr>
            <a:xfrm>
              <a:off x="2690713" y="4606480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0A1DAA5-1C63-B326-F38D-8E104FAA3160}"/>
              </a:ext>
            </a:extLst>
          </p:cNvPr>
          <p:cNvGrpSpPr/>
          <p:nvPr/>
        </p:nvGrpSpPr>
        <p:grpSpPr>
          <a:xfrm>
            <a:off x="4126566" y="5136531"/>
            <a:ext cx="2548009" cy="660858"/>
            <a:chOff x="1309568" y="5030748"/>
            <a:chExt cx="2548009" cy="660858"/>
          </a:xfrm>
        </p:grpSpPr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1307410F-E744-04E7-FA78-BDA45F663802}"/>
                </a:ext>
              </a:extLst>
            </p:cNvPr>
            <p:cNvSpPr/>
            <p:nvPr/>
          </p:nvSpPr>
          <p:spPr>
            <a:xfrm>
              <a:off x="1996133" y="5526711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F0BF139-3196-5110-1739-68E4F5C5438C}"/>
                </a:ext>
              </a:extLst>
            </p:cNvPr>
            <p:cNvSpPr/>
            <p:nvPr/>
          </p:nvSpPr>
          <p:spPr>
            <a:xfrm>
              <a:off x="2682698" y="5526711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62B9C554-980A-7190-65E2-534860CFD793}"/>
                </a:ext>
              </a:extLst>
            </p:cNvPr>
            <p:cNvSpPr/>
            <p:nvPr/>
          </p:nvSpPr>
          <p:spPr>
            <a:xfrm>
              <a:off x="1309568" y="5526710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840779C0-998A-C7A3-3739-F4F409FDDEAD}"/>
                </a:ext>
              </a:extLst>
            </p:cNvPr>
            <p:cNvSpPr/>
            <p:nvPr/>
          </p:nvSpPr>
          <p:spPr>
            <a:xfrm>
              <a:off x="2231124" y="5279367"/>
              <a:ext cx="686565" cy="164895"/>
            </a:xfrm>
            <a:prstGeom prst="parallelogram">
              <a:avLst>
                <a:gd name="adj" fmla="val 102632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B9F228ED-6405-68A0-B250-B9FA1B0A5893}"/>
                </a:ext>
              </a:extLst>
            </p:cNvPr>
            <p:cNvSpPr/>
            <p:nvPr/>
          </p:nvSpPr>
          <p:spPr>
            <a:xfrm>
              <a:off x="2917689" y="5279367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EF0BED21-507B-523C-1079-570CB482E997}"/>
                </a:ext>
              </a:extLst>
            </p:cNvPr>
            <p:cNvSpPr/>
            <p:nvPr/>
          </p:nvSpPr>
          <p:spPr>
            <a:xfrm>
              <a:off x="1544559" y="5279366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8DCA0531-8672-59AE-6048-6BA8446DABAF}"/>
                </a:ext>
              </a:extLst>
            </p:cNvPr>
            <p:cNvSpPr/>
            <p:nvPr/>
          </p:nvSpPr>
          <p:spPr>
            <a:xfrm>
              <a:off x="2484447" y="5030749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A6A408D7-70E5-8DF1-91B4-E02083769B01}"/>
                </a:ext>
              </a:extLst>
            </p:cNvPr>
            <p:cNvSpPr/>
            <p:nvPr/>
          </p:nvSpPr>
          <p:spPr>
            <a:xfrm>
              <a:off x="3171012" y="5030749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A36865D8-D4BB-3C9D-B934-C02B6F74D99B}"/>
                </a:ext>
              </a:extLst>
            </p:cNvPr>
            <p:cNvSpPr/>
            <p:nvPr/>
          </p:nvSpPr>
          <p:spPr>
            <a:xfrm>
              <a:off x="1797882" y="5030748"/>
              <a:ext cx="686565" cy="164895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sp>
        <p:nvSpPr>
          <p:cNvPr id="51" name="Cube 50">
            <a:extLst>
              <a:ext uri="{FF2B5EF4-FFF2-40B4-BE49-F238E27FC236}">
                <a16:creationId xmlns:a16="http://schemas.microsoft.com/office/drawing/2014/main" id="{92E5015B-D45A-E21F-5009-B53F49196C2D}"/>
              </a:ext>
            </a:extLst>
          </p:cNvPr>
          <p:cNvSpPr/>
          <p:nvPr/>
        </p:nvSpPr>
        <p:spPr>
          <a:xfrm>
            <a:off x="5306644" y="4610767"/>
            <a:ext cx="690658" cy="690659"/>
          </a:xfrm>
          <a:prstGeom prst="cube">
            <a:avLst/>
          </a:prstGeom>
          <a:solidFill>
            <a:srgbClr val="FFFF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AB15FB74-C2DA-2161-1627-1E901C13AC39}"/>
              </a:ext>
            </a:extLst>
          </p:cNvPr>
          <p:cNvSpPr/>
          <p:nvPr/>
        </p:nvSpPr>
        <p:spPr>
          <a:xfrm>
            <a:off x="4620079" y="4610254"/>
            <a:ext cx="690658" cy="690659"/>
          </a:xfrm>
          <a:prstGeom prst="cube">
            <a:avLst/>
          </a:prstGeom>
          <a:solidFill>
            <a:srgbClr val="00B05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D3ADB87B-2893-FBBA-91B0-92E0811F85B2}"/>
              </a:ext>
            </a:extLst>
          </p:cNvPr>
          <p:cNvSpPr/>
          <p:nvPr/>
        </p:nvSpPr>
        <p:spPr>
          <a:xfrm>
            <a:off x="4366756" y="4857844"/>
            <a:ext cx="690658" cy="690659"/>
          </a:xfrm>
          <a:prstGeom prst="cub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5D6DBD18-906C-D5D9-2CDB-1FDE5A57BD15}"/>
              </a:ext>
            </a:extLst>
          </p:cNvPr>
          <p:cNvSpPr/>
          <p:nvPr/>
        </p:nvSpPr>
        <p:spPr>
          <a:xfrm>
            <a:off x="4131765" y="5112309"/>
            <a:ext cx="690658" cy="690659"/>
          </a:xfrm>
          <a:prstGeom prst="cube">
            <a:avLst/>
          </a:prstGeom>
          <a:solidFill>
            <a:srgbClr val="00B05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F60FD38D-89A0-7D9C-056C-E2DB34889456}"/>
              </a:ext>
            </a:extLst>
          </p:cNvPr>
          <p:cNvSpPr/>
          <p:nvPr/>
        </p:nvSpPr>
        <p:spPr>
          <a:xfrm>
            <a:off x="4811455" y="5112309"/>
            <a:ext cx="690658" cy="690659"/>
          </a:xfrm>
          <a:prstGeom prst="cube">
            <a:avLst/>
          </a:prstGeom>
          <a:solidFill>
            <a:srgbClr val="0432FF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8F0775D6-8CF4-5D6F-7F38-6F9BE8ACF635}"/>
              </a:ext>
            </a:extLst>
          </p:cNvPr>
          <p:cNvSpPr/>
          <p:nvPr/>
        </p:nvSpPr>
        <p:spPr>
          <a:xfrm>
            <a:off x="5983917" y="4610254"/>
            <a:ext cx="690658" cy="690659"/>
          </a:xfrm>
          <a:prstGeom prst="cub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CA0825DF-54E9-8847-23C3-C5113093E9B9}"/>
              </a:ext>
            </a:extLst>
          </p:cNvPr>
          <p:cNvSpPr/>
          <p:nvPr/>
        </p:nvSpPr>
        <p:spPr>
          <a:xfrm>
            <a:off x="5743979" y="4857010"/>
            <a:ext cx="690658" cy="690659"/>
          </a:xfrm>
          <a:prstGeom prst="cube">
            <a:avLst/>
          </a:prstGeom>
          <a:solidFill>
            <a:srgbClr val="0432FF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64267969-D613-1D6C-C422-488773DC8B5D}"/>
              </a:ext>
            </a:extLst>
          </p:cNvPr>
          <p:cNvSpPr/>
          <p:nvPr/>
        </p:nvSpPr>
        <p:spPr>
          <a:xfrm>
            <a:off x="5493172" y="5110128"/>
            <a:ext cx="690658" cy="690659"/>
          </a:xfrm>
          <a:prstGeom prst="cube">
            <a:avLst/>
          </a:prstGeom>
          <a:solidFill>
            <a:srgbClr val="FFFF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dirty="0"/>
          </a:p>
        </p:txBody>
      </p:sp>
      <p:sp>
        <p:nvSpPr>
          <p:cNvPr id="78" name="Parallelogram 77">
            <a:extLst>
              <a:ext uri="{FF2B5EF4-FFF2-40B4-BE49-F238E27FC236}">
                <a16:creationId xmlns:a16="http://schemas.microsoft.com/office/drawing/2014/main" id="{6389B646-DEDC-17BA-D00F-42AF7EABF604}"/>
              </a:ext>
            </a:extLst>
          </p:cNvPr>
          <p:cNvSpPr/>
          <p:nvPr/>
        </p:nvSpPr>
        <p:spPr>
          <a:xfrm>
            <a:off x="2979436" y="3400313"/>
            <a:ext cx="6188682" cy="2730999"/>
          </a:xfrm>
          <a:prstGeom prst="parallelogram">
            <a:avLst>
              <a:gd name="adj" fmla="val 10263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79" name="Picture 1" descr="page1image69525216">
            <a:extLst>
              <a:ext uri="{FF2B5EF4-FFF2-40B4-BE49-F238E27FC236}">
                <a16:creationId xmlns:a16="http://schemas.microsoft.com/office/drawing/2014/main" id="{DDF5B827-2EE6-880F-7E1A-FBEF0B78C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658" y="1449382"/>
            <a:ext cx="3424344" cy="303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Right Arrow 79">
            <a:extLst>
              <a:ext uri="{FF2B5EF4-FFF2-40B4-BE49-F238E27FC236}">
                <a16:creationId xmlns:a16="http://schemas.microsoft.com/office/drawing/2014/main" id="{72F0B733-0BCB-1F13-B235-30F84BE8C305}"/>
              </a:ext>
            </a:extLst>
          </p:cNvPr>
          <p:cNvSpPr/>
          <p:nvPr/>
        </p:nvSpPr>
        <p:spPr>
          <a:xfrm>
            <a:off x="7908454" y="5015062"/>
            <a:ext cx="791213" cy="34740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81" name="Bent-Up Arrow 80">
            <a:extLst>
              <a:ext uri="{FF2B5EF4-FFF2-40B4-BE49-F238E27FC236}">
                <a16:creationId xmlns:a16="http://schemas.microsoft.com/office/drawing/2014/main" id="{7BA33784-A1B0-5529-6D9E-D3A5E790880D}"/>
              </a:ext>
            </a:extLst>
          </p:cNvPr>
          <p:cNvSpPr/>
          <p:nvPr/>
        </p:nvSpPr>
        <p:spPr>
          <a:xfrm rot="5400000">
            <a:off x="1820829" y="4627321"/>
            <a:ext cx="805680" cy="775483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EBA7FFA-93DA-A4DD-FB31-0EFA2F955FE8}"/>
              </a:ext>
            </a:extLst>
          </p:cNvPr>
          <p:cNvSpPr txBox="1"/>
          <p:nvPr/>
        </p:nvSpPr>
        <p:spPr>
          <a:xfrm>
            <a:off x="7825358" y="1283733"/>
            <a:ext cx="192736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TH" sz="1600" dirty="0"/>
              <a:t>Team A selects two cubes for </a:t>
            </a:r>
            <a:r>
              <a:rPr lang="en-US" sz="1600" dirty="0"/>
              <a:t>stacks</a:t>
            </a:r>
            <a:r>
              <a:rPr lang="en-TH" sz="1600" dirty="0"/>
              <a:t> 1 and 3. They may </a:t>
            </a:r>
            <a:r>
              <a:rPr lang="en-US" sz="1600" dirty="0"/>
              <a:t>be the same</a:t>
            </a:r>
            <a:r>
              <a:rPr lang="en-TH" sz="1600" dirty="0"/>
              <a:t> or </a:t>
            </a:r>
            <a:r>
              <a:rPr lang="en-US" sz="1600" dirty="0"/>
              <a:t>a different</a:t>
            </a:r>
            <a:r>
              <a:rPr lang="en-TH" sz="1600" dirty="0"/>
              <a:t> color.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8FCB2F4-C0FA-719A-8894-171C1883714A}"/>
              </a:ext>
            </a:extLst>
          </p:cNvPr>
          <p:cNvGrpSpPr/>
          <p:nvPr/>
        </p:nvGrpSpPr>
        <p:grpSpPr>
          <a:xfrm>
            <a:off x="8854567" y="3269495"/>
            <a:ext cx="3087627" cy="2913304"/>
            <a:chOff x="8854567" y="3269495"/>
            <a:chExt cx="3087627" cy="2913304"/>
          </a:xfrm>
        </p:grpSpPr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B1032B13-15FE-7812-283B-4098B8F0530F}"/>
                </a:ext>
              </a:extLst>
            </p:cNvPr>
            <p:cNvSpPr/>
            <p:nvPr/>
          </p:nvSpPr>
          <p:spPr>
            <a:xfrm>
              <a:off x="10118103" y="4857010"/>
              <a:ext cx="690658" cy="690659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A708E1E2-C836-CC4F-84A9-566C8071FB96}"/>
                </a:ext>
              </a:extLst>
            </p:cNvPr>
            <p:cNvSpPr/>
            <p:nvPr/>
          </p:nvSpPr>
          <p:spPr>
            <a:xfrm>
              <a:off x="10118102" y="4331143"/>
              <a:ext cx="690658" cy="690659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CC04AAE0-62E2-CE27-352D-DA0F30F4BB3A}"/>
                </a:ext>
              </a:extLst>
            </p:cNvPr>
            <p:cNvSpPr/>
            <p:nvPr/>
          </p:nvSpPr>
          <p:spPr>
            <a:xfrm>
              <a:off x="10118102" y="3801656"/>
              <a:ext cx="690658" cy="690659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7DEEF8-F16A-78F6-C674-962BB429B83F}"/>
                </a:ext>
              </a:extLst>
            </p:cNvPr>
            <p:cNvSpPr/>
            <p:nvPr/>
          </p:nvSpPr>
          <p:spPr>
            <a:xfrm>
              <a:off x="10118102" y="3269495"/>
              <a:ext cx="690658" cy="690659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241DEB4-C0B6-859D-4203-B0372C4D9C2D}"/>
                </a:ext>
              </a:extLst>
            </p:cNvPr>
            <p:cNvCxnSpPr>
              <a:endCxn id="85" idx="2"/>
            </p:cNvCxnSpPr>
            <p:nvPr/>
          </p:nvCxnSpPr>
          <p:spPr>
            <a:xfrm flipV="1">
              <a:off x="9387348" y="4233318"/>
              <a:ext cx="730754" cy="77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23C12E2-F825-06A7-CDD9-E2EACF0AE375}"/>
                </a:ext>
              </a:extLst>
            </p:cNvPr>
            <p:cNvCxnSpPr/>
            <p:nvPr/>
          </p:nvCxnSpPr>
          <p:spPr>
            <a:xfrm flipV="1">
              <a:off x="9387348" y="5300913"/>
              <a:ext cx="730754" cy="77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6A4651FE-476C-19E3-9612-4000D4F53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52285" y="3669927"/>
              <a:ext cx="701514" cy="4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F87BA398-6BD0-998D-6858-0A81923F5E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52285" y="4765368"/>
              <a:ext cx="701514" cy="4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FDF03B-FA09-8589-15F4-22FDA2196533}"/>
                </a:ext>
              </a:extLst>
            </p:cNvPr>
            <p:cNvSpPr txBox="1"/>
            <p:nvPr/>
          </p:nvSpPr>
          <p:spPr>
            <a:xfrm>
              <a:off x="9495364" y="5813467"/>
              <a:ext cx="1836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dirty="0"/>
                <a:t>Cube Stack Tower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0AD1164-EF12-1BC2-60FD-3F0838847F18}"/>
                </a:ext>
              </a:extLst>
            </p:cNvPr>
            <p:cNvSpPr txBox="1"/>
            <p:nvPr/>
          </p:nvSpPr>
          <p:spPr>
            <a:xfrm>
              <a:off x="8854567" y="4592420"/>
              <a:ext cx="9543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TH" dirty="0"/>
                <a:t>Team A 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5ABF904-2F09-1271-46DC-1F39AF284BF8}"/>
                </a:ext>
              </a:extLst>
            </p:cNvPr>
            <p:cNvSpPr txBox="1"/>
            <p:nvPr/>
          </p:nvSpPr>
          <p:spPr>
            <a:xfrm>
              <a:off x="10987845" y="4048121"/>
              <a:ext cx="9543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TH" dirty="0"/>
                <a:t>Team B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0AB36924-A43B-C0E8-1C3D-4AB3C050E95F}"/>
              </a:ext>
            </a:extLst>
          </p:cNvPr>
          <p:cNvSpPr txBox="1"/>
          <p:nvPr/>
        </p:nvSpPr>
        <p:spPr>
          <a:xfrm>
            <a:off x="9968054" y="1274122"/>
            <a:ext cx="192736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TH" sz="1600" dirty="0"/>
              <a:t>Team B selects two cubes for </a:t>
            </a:r>
            <a:r>
              <a:rPr lang="en-US" sz="1600" dirty="0"/>
              <a:t>stacks</a:t>
            </a:r>
            <a:r>
              <a:rPr lang="en-TH" sz="1600" dirty="0"/>
              <a:t> 2 and 4. They may </a:t>
            </a:r>
            <a:r>
              <a:rPr lang="en-US" sz="1600" dirty="0"/>
              <a:t>be the same</a:t>
            </a:r>
            <a:r>
              <a:rPr lang="en-TH" sz="1600" dirty="0"/>
              <a:t> or </a:t>
            </a:r>
            <a:r>
              <a:rPr lang="en-US" sz="1600" dirty="0"/>
              <a:t>a different</a:t>
            </a:r>
            <a:r>
              <a:rPr lang="en-TH" sz="1600" dirty="0"/>
              <a:t> color.</a:t>
            </a:r>
          </a:p>
        </p:txBody>
      </p:sp>
      <p:pic>
        <p:nvPicPr>
          <p:cNvPr id="105" name="Picture 13">
            <a:extLst>
              <a:ext uri="{FF2B5EF4-FFF2-40B4-BE49-F238E27FC236}">
                <a16:creationId xmlns:a16="http://schemas.microsoft.com/office/drawing/2014/main" id="{2EF76F86-F9F5-D696-AE29-85AC2AD4D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7AC7CF-F975-2D87-5D5B-D0DDDFCC2610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214030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825E-B6F2-ED85-6019-2B3FCA72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C191-4824-D04A-4384-2FA4C9CF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Rules</a:t>
            </a:r>
            <a:r>
              <a:rPr lang="en-TH" b="1" dirty="0">
                <a:solidFill>
                  <a:srgbClr val="0432FF"/>
                </a:solidFill>
              </a:rPr>
              <a:t> to play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1E4A-3B67-0744-C056-FAFE169C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6</a:t>
            </a:fld>
            <a:endParaRPr lang="en-TH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2461C21-ED90-EBEA-DF91-F0F38C8919D2}"/>
              </a:ext>
            </a:extLst>
          </p:cNvPr>
          <p:cNvGrpSpPr/>
          <p:nvPr/>
        </p:nvGrpSpPr>
        <p:grpSpPr>
          <a:xfrm>
            <a:off x="5110580" y="710104"/>
            <a:ext cx="2548009" cy="2510834"/>
            <a:chOff x="5110580" y="710104"/>
            <a:chExt cx="2548009" cy="2510834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D4F8C94-5F6E-C8B4-3C53-A73D5CE1BB1F}"/>
                </a:ext>
              </a:extLst>
            </p:cNvPr>
            <p:cNvGrpSpPr/>
            <p:nvPr/>
          </p:nvGrpSpPr>
          <p:grpSpPr>
            <a:xfrm>
              <a:off x="5110580" y="2560080"/>
              <a:ext cx="2548009" cy="660858"/>
              <a:chOff x="1309568" y="5030748"/>
              <a:chExt cx="2548009" cy="660858"/>
            </a:xfrm>
          </p:grpSpPr>
          <p:sp>
            <p:nvSpPr>
              <p:cNvPr id="61" name="Parallelogram 60">
                <a:extLst>
                  <a:ext uri="{FF2B5EF4-FFF2-40B4-BE49-F238E27FC236}">
                    <a16:creationId xmlns:a16="http://schemas.microsoft.com/office/drawing/2014/main" id="{2A8A3D50-9932-8505-9C04-77DCF7DCB59E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2" name="Parallelogram 61">
                <a:extLst>
                  <a:ext uri="{FF2B5EF4-FFF2-40B4-BE49-F238E27FC236}">
                    <a16:creationId xmlns:a16="http://schemas.microsoft.com/office/drawing/2014/main" id="{F38CC2E6-1D33-465A-6E59-72D9FCE06E7F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3" name="Parallelogram 62">
                <a:extLst>
                  <a:ext uri="{FF2B5EF4-FFF2-40B4-BE49-F238E27FC236}">
                    <a16:creationId xmlns:a16="http://schemas.microsoft.com/office/drawing/2014/main" id="{D208E50C-A1F4-C9E6-3414-B36CE9BCE531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4" name="Parallelogram 63">
                <a:extLst>
                  <a:ext uri="{FF2B5EF4-FFF2-40B4-BE49-F238E27FC236}">
                    <a16:creationId xmlns:a16="http://schemas.microsoft.com/office/drawing/2014/main" id="{551981F9-88FD-66B8-C2CE-8E050831ED3E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87F747A2-2BB7-F735-9E44-72B08FFBEF26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6" name="Parallelogram 65">
                <a:extLst>
                  <a:ext uri="{FF2B5EF4-FFF2-40B4-BE49-F238E27FC236}">
                    <a16:creationId xmlns:a16="http://schemas.microsoft.com/office/drawing/2014/main" id="{EE0B5397-3377-B747-2F37-21DF01F8D104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7" name="Parallelogram 66">
                <a:extLst>
                  <a:ext uri="{FF2B5EF4-FFF2-40B4-BE49-F238E27FC236}">
                    <a16:creationId xmlns:a16="http://schemas.microsoft.com/office/drawing/2014/main" id="{7ABE2408-C94C-C2F5-5DC1-E1736686A981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8" name="Parallelogram 67">
                <a:extLst>
                  <a:ext uri="{FF2B5EF4-FFF2-40B4-BE49-F238E27FC236}">
                    <a16:creationId xmlns:a16="http://schemas.microsoft.com/office/drawing/2014/main" id="{E72530F0-F78C-0BFC-A472-A1C55ED53238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9" name="Parallelogram 68">
                <a:extLst>
                  <a:ext uri="{FF2B5EF4-FFF2-40B4-BE49-F238E27FC236}">
                    <a16:creationId xmlns:a16="http://schemas.microsoft.com/office/drawing/2014/main" id="{963E8BA1-6B80-79A7-2031-E7877227B446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C85756E6-3EE9-D26C-E713-5636490F0A9E}"/>
                </a:ext>
              </a:extLst>
            </p:cNvPr>
            <p:cNvSpPr/>
            <p:nvPr/>
          </p:nvSpPr>
          <p:spPr>
            <a:xfrm>
              <a:off x="6030089" y="2280559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71B44470-3BA2-F2FD-F9A9-839E14A66914}"/>
                </a:ext>
              </a:extLst>
            </p:cNvPr>
            <p:cNvSpPr/>
            <p:nvPr/>
          </p:nvSpPr>
          <p:spPr>
            <a:xfrm>
              <a:off x="6030089" y="1238551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294B5F7B-18FD-F7B7-66CD-E4E260E93147}"/>
                </a:ext>
              </a:extLst>
            </p:cNvPr>
            <p:cNvSpPr/>
            <p:nvPr/>
          </p:nvSpPr>
          <p:spPr>
            <a:xfrm>
              <a:off x="6025839" y="710104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8F6BC918-8F84-4A7B-8C8B-9D15CCA83411}"/>
                </a:ext>
              </a:extLst>
            </p:cNvPr>
            <p:cNvSpPr/>
            <p:nvPr/>
          </p:nvSpPr>
          <p:spPr>
            <a:xfrm>
              <a:off x="6021625" y="1759294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4B9C8E-E150-9696-B492-1845D56CCC2C}"/>
              </a:ext>
            </a:extLst>
          </p:cNvPr>
          <p:cNvGrpSpPr/>
          <p:nvPr/>
        </p:nvGrpSpPr>
        <p:grpSpPr>
          <a:xfrm>
            <a:off x="436781" y="2486443"/>
            <a:ext cx="4780598" cy="3616671"/>
            <a:chOff x="432214" y="1674420"/>
            <a:chExt cx="6188682" cy="46819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BAD3B9-CF03-95FF-D569-1DA864DC2FE7}"/>
                </a:ext>
              </a:extLst>
            </p:cNvPr>
            <p:cNvGrpSpPr/>
            <p:nvPr/>
          </p:nvGrpSpPr>
          <p:grpSpPr>
            <a:xfrm>
              <a:off x="1579344" y="5361569"/>
              <a:ext cx="2548009" cy="660858"/>
              <a:chOff x="1309568" y="5030748"/>
              <a:chExt cx="2548009" cy="660858"/>
            </a:xfrm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C8D0009A-C8C3-648C-A810-E4DDBE66CC95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0" name="Parallelogram 39">
                <a:extLst>
                  <a:ext uri="{FF2B5EF4-FFF2-40B4-BE49-F238E27FC236}">
                    <a16:creationId xmlns:a16="http://schemas.microsoft.com/office/drawing/2014/main" id="{2CFEAF68-01BF-0644-4B96-E01C71D63D60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520AD5CC-ADDA-9E91-3E30-7B08170A2093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4CC4D6D7-BAF8-06F6-7F4A-F983C8FA7382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209A4903-9C54-F241-5478-000BA3C54BBE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608CF550-D4D7-AC92-5F8F-622305875250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54260BEB-0753-E599-D405-BB68316070AD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9A9BF6D7-D2EF-0766-7174-79E2E70BD770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A66BEBEC-6B5E-CBAA-C773-1C5D0DD279C1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3D4CDF2D-93C8-420D-859F-B9C57D6F76D3}"/>
                </a:ext>
              </a:extLst>
            </p:cNvPr>
            <p:cNvSpPr/>
            <p:nvPr/>
          </p:nvSpPr>
          <p:spPr>
            <a:xfrm>
              <a:off x="2759422" y="4835805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25E8A8F-57F9-C473-6CC3-BFF459C49E3D}"/>
                </a:ext>
              </a:extLst>
            </p:cNvPr>
            <p:cNvSpPr/>
            <p:nvPr/>
          </p:nvSpPr>
          <p:spPr>
            <a:xfrm>
              <a:off x="2072857" y="4835292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4CA0B1C-AC78-E368-A03A-7073B44DB9E9}"/>
                </a:ext>
              </a:extLst>
            </p:cNvPr>
            <p:cNvSpPr/>
            <p:nvPr/>
          </p:nvSpPr>
          <p:spPr>
            <a:xfrm>
              <a:off x="1819534" y="5082882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0732B2AC-C441-C7CD-10B7-196FDDF3C147}"/>
                </a:ext>
              </a:extLst>
            </p:cNvPr>
            <p:cNvSpPr/>
            <p:nvPr/>
          </p:nvSpPr>
          <p:spPr>
            <a:xfrm>
              <a:off x="1584543" y="5337347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890B400B-DD66-C37F-DE09-AAF75FE771F1}"/>
                </a:ext>
              </a:extLst>
            </p:cNvPr>
            <p:cNvSpPr/>
            <p:nvPr/>
          </p:nvSpPr>
          <p:spPr>
            <a:xfrm>
              <a:off x="2264233" y="5337347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81865315-3F4F-372C-631A-C5BAC462F351}"/>
                </a:ext>
              </a:extLst>
            </p:cNvPr>
            <p:cNvSpPr/>
            <p:nvPr/>
          </p:nvSpPr>
          <p:spPr>
            <a:xfrm>
              <a:off x="3436695" y="4835292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8036EC9-F725-68FC-93A0-30A2F9267633}"/>
                </a:ext>
              </a:extLst>
            </p:cNvPr>
            <p:cNvSpPr/>
            <p:nvPr/>
          </p:nvSpPr>
          <p:spPr>
            <a:xfrm>
              <a:off x="3196757" y="5082048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20C3090F-7158-72E4-FA4D-745535F16CAC}"/>
                </a:ext>
              </a:extLst>
            </p:cNvPr>
            <p:cNvSpPr/>
            <p:nvPr/>
          </p:nvSpPr>
          <p:spPr>
            <a:xfrm>
              <a:off x="2945950" y="5335166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FDE3E1A7-5C1D-C390-18AE-66AA763015E6}"/>
                </a:ext>
              </a:extLst>
            </p:cNvPr>
            <p:cNvSpPr/>
            <p:nvPr/>
          </p:nvSpPr>
          <p:spPr>
            <a:xfrm>
              <a:off x="432214" y="3625351"/>
              <a:ext cx="6188682" cy="2730999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pic>
          <p:nvPicPr>
            <p:cNvPr id="79" name="Picture 1" descr="page1image69525216">
              <a:extLst>
                <a:ext uri="{FF2B5EF4-FFF2-40B4-BE49-F238E27FC236}">
                  <a16:creationId xmlns:a16="http://schemas.microsoft.com/office/drawing/2014/main" id="{0E0B4C82-97F1-5EE2-B862-3FB000D641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4436" y="1674420"/>
              <a:ext cx="3424344" cy="3038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75228F3-3130-B07D-D100-648D0857B8F0}"/>
              </a:ext>
            </a:extLst>
          </p:cNvPr>
          <p:cNvGrpSpPr/>
          <p:nvPr/>
        </p:nvGrpSpPr>
        <p:grpSpPr>
          <a:xfrm>
            <a:off x="7073071" y="2486443"/>
            <a:ext cx="4780598" cy="3616671"/>
            <a:chOff x="432214" y="1674420"/>
            <a:chExt cx="6188682" cy="468193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976A469-353B-3367-88A4-75ACAAD1967E}"/>
                </a:ext>
              </a:extLst>
            </p:cNvPr>
            <p:cNvGrpSpPr/>
            <p:nvPr/>
          </p:nvGrpSpPr>
          <p:grpSpPr>
            <a:xfrm>
              <a:off x="1579344" y="5361569"/>
              <a:ext cx="2548009" cy="660858"/>
              <a:chOff x="1309568" y="5030748"/>
              <a:chExt cx="2548009" cy="660858"/>
            </a:xfrm>
          </p:grpSpPr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C8DCCE28-F109-A508-D0A9-2F58DD88267E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B248FD17-9BBB-C8C4-BFF8-C94C0033F3C2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1678CF86-B0AB-5641-D2F9-C9BA75B22035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B9BE9B00-4552-7F52-6511-340F2D16D89E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C73942CC-465B-75CC-0EA3-479AA1AF439B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F10DCAF2-48C4-0E9F-CDC9-515C37FC3E08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234B375A-04D2-203D-9790-330FC5BFA107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76F0AAE5-C3C2-5156-D8D6-86A95E9331FA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4E6BA1D1-92A0-E89A-1BA0-2B89AAC21D8B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14B9306E-8120-1FA5-92DB-201982611036}"/>
                </a:ext>
              </a:extLst>
            </p:cNvPr>
            <p:cNvSpPr/>
            <p:nvPr/>
          </p:nvSpPr>
          <p:spPr>
            <a:xfrm>
              <a:off x="2759422" y="4835805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AD2F385-0DE5-3344-7154-13A5DA612E37}"/>
                </a:ext>
              </a:extLst>
            </p:cNvPr>
            <p:cNvSpPr/>
            <p:nvPr/>
          </p:nvSpPr>
          <p:spPr>
            <a:xfrm>
              <a:off x="2072857" y="4835292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D07D644E-4B5D-1836-5411-268C90744FED}"/>
                </a:ext>
              </a:extLst>
            </p:cNvPr>
            <p:cNvSpPr/>
            <p:nvPr/>
          </p:nvSpPr>
          <p:spPr>
            <a:xfrm>
              <a:off x="1819534" y="5082882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F557CD40-5388-04FF-6161-59240CF732A7}"/>
                </a:ext>
              </a:extLst>
            </p:cNvPr>
            <p:cNvSpPr/>
            <p:nvPr/>
          </p:nvSpPr>
          <p:spPr>
            <a:xfrm>
              <a:off x="1584543" y="5337347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70F0C085-2FDC-5815-16F0-50CEBF9B9157}"/>
                </a:ext>
              </a:extLst>
            </p:cNvPr>
            <p:cNvSpPr/>
            <p:nvPr/>
          </p:nvSpPr>
          <p:spPr>
            <a:xfrm>
              <a:off x="2264233" y="5337347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006B825-CE37-939E-3478-860D30207C40}"/>
                </a:ext>
              </a:extLst>
            </p:cNvPr>
            <p:cNvSpPr/>
            <p:nvPr/>
          </p:nvSpPr>
          <p:spPr>
            <a:xfrm>
              <a:off x="3436695" y="4835292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69E60F24-7BAF-030B-378F-E91942C69948}"/>
                </a:ext>
              </a:extLst>
            </p:cNvPr>
            <p:cNvSpPr/>
            <p:nvPr/>
          </p:nvSpPr>
          <p:spPr>
            <a:xfrm>
              <a:off x="3196757" y="5082048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C8823EDF-65CC-75D0-2F84-1398FBF0E424}"/>
                </a:ext>
              </a:extLst>
            </p:cNvPr>
            <p:cNvSpPr/>
            <p:nvPr/>
          </p:nvSpPr>
          <p:spPr>
            <a:xfrm>
              <a:off x="2945950" y="5335166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91" name="Parallelogram 90">
              <a:extLst>
                <a:ext uri="{FF2B5EF4-FFF2-40B4-BE49-F238E27FC236}">
                  <a16:creationId xmlns:a16="http://schemas.microsoft.com/office/drawing/2014/main" id="{4BFA506C-C692-54C0-AEFD-607EE37FC3C8}"/>
                </a:ext>
              </a:extLst>
            </p:cNvPr>
            <p:cNvSpPr/>
            <p:nvPr/>
          </p:nvSpPr>
          <p:spPr>
            <a:xfrm>
              <a:off x="432214" y="3625351"/>
              <a:ext cx="6188682" cy="2730999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pic>
          <p:nvPicPr>
            <p:cNvPr id="92" name="Picture 1" descr="page1image69525216">
              <a:extLst>
                <a:ext uri="{FF2B5EF4-FFF2-40B4-BE49-F238E27FC236}">
                  <a16:creationId xmlns:a16="http://schemas.microsoft.com/office/drawing/2014/main" id="{71998084-734E-D1FC-DE9F-AD7C2D5F2F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4436" y="1674420"/>
              <a:ext cx="3424344" cy="3038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24717E08-F697-895E-F7E9-D0B8CE783A26}"/>
              </a:ext>
            </a:extLst>
          </p:cNvPr>
          <p:cNvSpPr txBox="1"/>
          <p:nvPr/>
        </p:nvSpPr>
        <p:spPr>
          <a:xfrm>
            <a:off x="2475755" y="1730836"/>
            <a:ext cx="88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b="1" dirty="0"/>
              <a:t>Team 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D604D39-3320-7574-D020-699F132FA873}"/>
              </a:ext>
            </a:extLst>
          </p:cNvPr>
          <p:cNvSpPr txBox="1"/>
          <p:nvPr/>
        </p:nvSpPr>
        <p:spPr>
          <a:xfrm>
            <a:off x="9191350" y="1731658"/>
            <a:ext cx="878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b="1" dirty="0"/>
              <a:t>Team B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C71AF82-2BC2-AB32-9CA8-0C737253DE45}"/>
              </a:ext>
            </a:extLst>
          </p:cNvPr>
          <p:cNvSpPr txBox="1"/>
          <p:nvPr/>
        </p:nvSpPr>
        <p:spPr>
          <a:xfrm>
            <a:off x="7071672" y="700366"/>
            <a:ext cx="30778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final</a:t>
            </a:r>
            <a:r>
              <a:rPr lang="en-TH" dirty="0"/>
              <a:t> target is to pick and place 4 cubes in the order of t</a:t>
            </a:r>
            <a:r>
              <a:rPr lang="en-US" dirty="0"/>
              <a:t>he</a:t>
            </a:r>
            <a:r>
              <a:rPr lang="en-TH" dirty="0"/>
              <a:t> cube stack tower.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92268F-7BF8-3435-2D63-EC3BE83F274D}"/>
              </a:ext>
            </a:extLst>
          </p:cNvPr>
          <p:cNvSpPr txBox="1"/>
          <p:nvPr/>
        </p:nvSpPr>
        <p:spPr>
          <a:xfrm>
            <a:off x="4679298" y="4171137"/>
            <a:ext cx="2862381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TH" dirty="0"/>
              <a:t>Preparing time 3 </a:t>
            </a:r>
            <a:r>
              <a:rPr lang="en-US" dirty="0"/>
              <a:t>minutes,</a:t>
            </a:r>
            <a:endParaRPr lang="en-TH" dirty="0"/>
          </a:p>
          <a:p>
            <a:r>
              <a:rPr lang="en-TH" dirty="0"/>
              <a:t>Team A and Team B start to pick and place the cubes as the final target. The winner is who </a:t>
            </a:r>
            <a:r>
              <a:rPr lang="en-US" dirty="0"/>
              <a:t>finishes</a:t>
            </a:r>
            <a:r>
              <a:rPr lang="en-TH" dirty="0"/>
              <a:t> first without </a:t>
            </a:r>
            <a:r>
              <a:rPr lang="en-US" dirty="0"/>
              <a:t>collapsing.</a:t>
            </a:r>
            <a:endParaRPr lang="en-TH" dirty="0"/>
          </a:p>
        </p:txBody>
      </p:sp>
      <p:pic>
        <p:nvPicPr>
          <p:cNvPr id="107" name="Picture 13">
            <a:extLst>
              <a:ext uri="{FF2B5EF4-FFF2-40B4-BE49-F238E27FC236}">
                <a16:creationId xmlns:a16="http://schemas.microsoft.com/office/drawing/2014/main" id="{C9B91869-9493-0EBD-7606-B19E68CD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DCA991-53F0-257D-D0C9-9547F60CF489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378076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EF4A-0775-6854-6011-C28A3D72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BD38-AB5F-8BAC-0797-3F1F8111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Rules</a:t>
            </a:r>
            <a:r>
              <a:rPr lang="en-TH" b="1" dirty="0">
                <a:solidFill>
                  <a:srgbClr val="0432FF"/>
                </a:solidFill>
              </a:rPr>
              <a:t> to play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57E14-2BB0-1AFE-E7DE-E53F3407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7</a:t>
            </a:fld>
            <a:endParaRPr lang="en-TH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EE3130B-9683-4C85-AEA4-540C60D1AE52}"/>
              </a:ext>
            </a:extLst>
          </p:cNvPr>
          <p:cNvSpPr txBox="1"/>
          <p:nvPr/>
        </p:nvSpPr>
        <p:spPr>
          <a:xfrm>
            <a:off x="2475755" y="1730836"/>
            <a:ext cx="88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b="1" dirty="0"/>
              <a:t>Team 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7F7814-CD12-B69C-5E12-F545C939E87C}"/>
              </a:ext>
            </a:extLst>
          </p:cNvPr>
          <p:cNvGrpSpPr/>
          <p:nvPr/>
        </p:nvGrpSpPr>
        <p:grpSpPr>
          <a:xfrm>
            <a:off x="436781" y="2486443"/>
            <a:ext cx="4780598" cy="3616671"/>
            <a:chOff x="436781" y="2486443"/>
            <a:chExt cx="4780598" cy="361667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765D540-9C84-38BB-436F-78AB39381D08}"/>
                </a:ext>
              </a:extLst>
            </p:cNvPr>
            <p:cNvGrpSpPr/>
            <p:nvPr/>
          </p:nvGrpSpPr>
          <p:grpSpPr>
            <a:xfrm>
              <a:off x="1322909" y="5334671"/>
              <a:ext cx="1968272" cy="510496"/>
              <a:chOff x="1309568" y="5030748"/>
              <a:chExt cx="2548009" cy="660858"/>
            </a:xfrm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3A50FC74-2067-3F54-C945-9906EBFB677E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0" name="Parallelogram 39">
                <a:extLst>
                  <a:ext uri="{FF2B5EF4-FFF2-40B4-BE49-F238E27FC236}">
                    <a16:creationId xmlns:a16="http://schemas.microsoft.com/office/drawing/2014/main" id="{8F4D57F9-77C7-FFB0-B1F0-CD1F501673B4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A304E03F-0FE3-1A19-2FDD-07F4C2806991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3644165F-A02B-1597-200E-E0A38E1BC294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D5D07530-ED5B-AE80-A235-F8EAAD639215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70AE9659-98CF-AD1D-69E2-0F321990438F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FD1C825B-B0E5-CA85-D1E0-87DAF087490C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621531CA-F65D-ED89-C9C5-8DF45C61F620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BCFA7B91-B49F-CAF1-578D-720D3F396F33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74AE0911-480E-FD8A-45F3-28B805A93AD3}"/>
                </a:ext>
              </a:extLst>
            </p:cNvPr>
            <p:cNvSpPr/>
            <p:nvPr/>
          </p:nvSpPr>
          <p:spPr>
            <a:xfrm>
              <a:off x="2036691" y="5118748"/>
              <a:ext cx="533516" cy="533516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C66E123-8336-4496-F3D5-386638B29EB4}"/>
                </a:ext>
              </a:extLst>
            </p:cNvPr>
            <p:cNvSpPr/>
            <p:nvPr/>
          </p:nvSpPr>
          <p:spPr>
            <a:xfrm>
              <a:off x="1508450" y="5119393"/>
              <a:ext cx="533516" cy="533516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AE0EBB2D-50B2-4B45-6C33-8F5453DAB30D}"/>
                </a:ext>
              </a:extLst>
            </p:cNvPr>
            <p:cNvSpPr/>
            <p:nvPr/>
          </p:nvSpPr>
          <p:spPr>
            <a:xfrm>
              <a:off x="1326926" y="5315960"/>
              <a:ext cx="533516" cy="533516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8E2D48D4-48C1-21C3-9504-B6526683417A}"/>
                </a:ext>
              </a:extLst>
            </p:cNvPr>
            <p:cNvSpPr/>
            <p:nvPr/>
          </p:nvSpPr>
          <p:spPr>
            <a:xfrm>
              <a:off x="2572320" y="5118748"/>
              <a:ext cx="533516" cy="533516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DDAAE220-D7F0-04FA-DC03-A1FC09D06EF6}"/>
                </a:ext>
              </a:extLst>
            </p:cNvPr>
            <p:cNvSpPr/>
            <p:nvPr/>
          </p:nvSpPr>
          <p:spPr>
            <a:xfrm>
              <a:off x="2378578" y="5314276"/>
              <a:ext cx="533516" cy="533516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FD638D23-D0C2-3CCC-B93E-7E705BCEDC5B}"/>
                </a:ext>
              </a:extLst>
            </p:cNvPr>
            <p:cNvSpPr/>
            <p:nvPr/>
          </p:nvSpPr>
          <p:spPr>
            <a:xfrm>
              <a:off x="436781" y="3993487"/>
              <a:ext cx="4780598" cy="2109627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pic>
          <p:nvPicPr>
            <p:cNvPr id="79" name="Picture 1" descr="page1image69525216">
              <a:extLst>
                <a:ext uri="{FF2B5EF4-FFF2-40B4-BE49-F238E27FC236}">
                  <a16:creationId xmlns:a16="http://schemas.microsoft.com/office/drawing/2014/main" id="{AC394CBD-3534-BE83-654D-F80C2E381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484" y="2486443"/>
              <a:ext cx="2645218" cy="2346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6660118D-B0E9-55BE-6711-09901A05C8F5}"/>
                </a:ext>
              </a:extLst>
            </p:cNvPr>
            <p:cNvSpPr/>
            <p:nvPr/>
          </p:nvSpPr>
          <p:spPr>
            <a:xfrm>
              <a:off x="2039557" y="4708958"/>
              <a:ext cx="533516" cy="533516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8E7F4967-DDD5-E258-0971-70642EE9C6B9}"/>
                </a:ext>
              </a:extLst>
            </p:cNvPr>
            <p:cNvSpPr/>
            <p:nvPr/>
          </p:nvSpPr>
          <p:spPr>
            <a:xfrm>
              <a:off x="2034788" y="4308276"/>
              <a:ext cx="533516" cy="533516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E340486-F131-171A-8FD9-8BDC7211759F}"/>
                </a:ext>
              </a:extLst>
            </p:cNvPr>
            <p:cNvSpPr/>
            <p:nvPr/>
          </p:nvSpPr>
          <p:spPr>
            <a:xfrm>
              <a:off x="2039557" y="3911290"/>
              <a:ext cx="533516" cy="533516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AB1AFD-6900-8D21-E527-7DA46F2B4FAC}"/>
              </a:ext>
            </a:extLst>
          </p:cNvPr>
          <p:cNvGrpSpPr/>
          <p:nvPr/>
        </p:nvGrpSpPr>
        <p:grpSpPr>
          <a:xfrm>
            <a:off x="7073071" y="1731658"/>
            <a:ext cx="4780598" cy="4371456"/>
            <a:chOff x="7073071" y="1731658"/>
            <a:chExt cx="4780598" cy="437145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357D345-78EF-9627-E842-3BB909017808}"/>
                </a:ext>
              </a:extLst>
            </p:cNvPr>
            <p:cNvGrpSpPr/>
            <p:nvPr/>
          </p:nvGrpSpPr>
          <p:grpSpPr>
            <a:xfrm>
              <a:off x="7959199" y="5334671"/>
              <a:ext cx="1968272" cy="510496"/>
              <a:chOff x="1309568" y="5030748"/>
              <a:chExt cx="2548009" cy="660858"/>
            </a:xfrm>
          </p:grpSpPr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80656A15-172E-3C03-DE59-B8F92C721026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47410743-FD37-06D1-1163-1078CA8BD108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DEA0CBF4-E56D-0F9A-2B34-3FD0BE6830C7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4CC90075-8225-3755-9CCB-960F9948B483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50FE2807-77A4-ACD4-03AF-6ED192669D25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701090FE-7BDF-3EEB-9644-D66056800469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611E7F5F-1E15-4192-27EB-7336F41D612F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9F8ACCCC-EF4A-B263-AA96-4366B73F2EDA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F2B4D36B-FF5C-9159-7A0B-48BB00742A9F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3FDC9BDD-CC1D-3505-34A2-B02CE322E856}"/>
                </a:ext>
              </a:extLst>
            </p:cNvPr>
            <p:cNvSpPr/>
            <p:nvPr/>
          </p:nvSpPr>
          <p:spPr>
            <a:xfrm>
              <a:off x="8870779" y="4928532"/>
              <a:ext cx="533516" cy="533516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C3238F22-A6AF-3A50-C30E-F95845C5B639}"/>
                </a:ext>
              </a:extLst>
            </p:cNvPr>
            <p:cNvSpPr/>
            <p:nvPr/>
          </p:nvSpPr>
          <p:spPr>
            <a:xfrm>
              <a:off x="8340426" y="4928136"/>
              <a:ext cx="533516" cy="533516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531F90B-5BD8-7F4A-0225-F3236C30F95C}"/>
                </a:ext>
              </a:extLst>
            </p:cNvPr>
            <p:cNvSpPr/>
            <p:nvPr/>
          </p:nvSpPr>
          <p:spPr>
            <a:xfrm>
              <a:off x="9393955" y="4928136"/>
              <a:ext cx="533516" cy="533516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EFAB8608-4814-B7DA-E1A7-F74290D19720}"/>
                </a:ext>
              </a:extLst>
            </p:cNvPr>
            <p:cNvSpPr/>
            <p:nvPr/>
          </p:nvSpPr>
          <p:spPr>
            <a:xfrm>
              <a:off x="8664753" y="5131601"/>
              <a:ext cx="533516" cy="533516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91" name="Parallelogram 90">
              <a:extLst>
                <a:ext uri="{FF2B5EF4-FFF2-40B4-BE49-F238E27FC236}">
                  <a16:creationId xmlns:a16="http://schemas.microsoft.com/office/drawing/2014/main" id="{AD2BDD77-A7DD-8255-1933-BCC5E931FBA8}"/>
                </a:ext>
              </a:extLst>
            </p:cNvPr>
            <p:cNvSpPr/>
            <p:nvPr/>
          </p:nvSpPr>
          <p:spPr>
            <a:xfrm>
              <a:off x="7073071" y="3993487"/>
              <a:ext cx="4780598" cy="2109627"/>
            </a:xfrm>
            <a:prstGeom prst="parallelogram">
              <a:avLst>
                <a:gd name="adj" fmla="val 10263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pic>
          <p:nvPicPr>
            <p:cNvPr id="92" name="Picture 1" descr="page1image69525216">
              <a:extLst>
                <a:ext uri="{FF2B5EF4-FFF2-40B4-BE49-F238E27FC236}">
                  <a16:creationId xmlns:a16="http://schemas.microsoft.com/office/drawing/2014/main" id="{2D174C40-ABAF-B8C0-E155-B9B519A2C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5774" y="2486443"/>
              <a:ext cx="2645218" cy="2346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03A9668-D890-EFB1-C1ED-F45CB25DB058}"/>
                </a:ext>
              </a:extLst>
            </p:cNvPr>
            <p:cNvSpPr txBox="1"/>
            <p:nvPr/>
          </p:nvSpPr>
          <p:spPr>
            <a:xfrm>
              <a:off x="9191350" y="1731658"/>
              <a:ext cx="878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b="1" dirty="0"/>
                <a:t>Team B</a:t>
              </a:r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743247B9-35C6-3122-3618-84E99AE408E8}"/>
                </a:ext>
              </a:extLst>
            </p:cNvPr>
            <p:cNvSpPr/>
            <p:nvPr/>
          </p:nvSpPr>
          <p:spPr>
            <a:xfrm>
              <a:off x="8488259" y="5315960"/>
              <a:ext cx="533516" cy="533516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6833C292-D71D-CEF8-861C-18ACF8C466E6}"/>
                </a:ext>
              </a:extLst>
            </p:cNvPr>
            <p:cNvSpPr/>
            <p:nvPr/>
          </p:nvSpPr>
          <p:spPr>
            <a:xfrm>
              <a:off x="8662765" y="4727055"/>
              <a:ext cx="533516" cy="533516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17ED5B3B-F741-D7ED-C5CA-3809E4EFEC42}"/>
                </a:ext>
              </a:extLst>
            </p:cNvPr>
            <p:cNvSpPr/>
            <p:nvPr/>
          </p:nvSpPr>
          <p:spPr>
            <a:xfrm>
              <a:off x="8660777" y="4326179"/>
              <a:ext cx="533516" cy="533516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C871DB84-583A-DD80-1495-27A8EB9755E0}"/>
                </a:ext>
              </a:extLst>
            </p:cNvPr>
            <p:cNvSpPr/>
            <p:nvPr/>
          </p:nvSpPr>
          <p:spPr>
            <a:xfrm>
              <a:off x="8657834" y="3921740"/>
              <a:ext cx="533516" cy="533516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4D56DB-B52F-6B68-DCBD-A43C6445A820}"/>
              </a:ext>
            </a:extLst>
          </p:cNvPr>
          <p:cNvGrpSpPr/>
          <p:nvPr/>
        </p:nvGrpSpPr>
        <p:grpSpPr>
          <a:xfrm>
            <a:off x="5110580" y="710104"/>
            <a:ext cx="2548009" cy="2926959"/>
            <a:chOff x="5110580" y="710104"/>
            <a:chExt cx="2548009" cy="292695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02C8D50-A6C7-FA4C-52A1-48663457DC3E}"/>
                </a:ext>
              </a:extLst>
            </p:cNvPr>
            <p:cNvGrpSpPr/>
            <p:nvPr/>
          </p:nvGrpSpPr>
          <p:grpSpPr>
            <a:xfrm>
              <a:off x="5110580" y="2560080"/>
              <a:ext cx="2548009" cy="660858"/>
              <a:chOff x="1309568" y="5030748"/>
              <a:chExt cx="2548009" cy="660858"/>
            </a:xfrm>
          </p:grpSpPr>
          <p:sp>
            <p:nvSpPr>
              <p:cNvPr id="61" name="Parallelogram 60">
                <a:extLst>
                  <a:ext uri="{FF2B5EF4-FFF2-40B4-BE49-F238E27FC236}">
                    <a16:creationId xmlns:a16="http://schemas.microsoft.com/office/drawing/2014/main" id="{6FE8F1F9-8DA7-A6DE-6F6A-4AE3F1EF9EC9}"/>
                  </a:ext>
                </a:extLst>
              </p:cNvPr>
              <p:cNvSpPr/>
              <p:nvPr/>
            </p:nvSpPr>
            <p:spPr>
              <a:xfrm>
                <a:off x="1996133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2" name="Parallelogram 61">
                <a:extLst>
                  <a:ext uri="{FF2B5EF4-FFF2-40B4-BE49-F238E27FC236}">
                    <a16:creationId xmlns:a16="http://schemas.microsoft.com/office/drawing/2014/main" id="{2DC596DA-AF4E-14BF-C8D0-8BEE439241EE}"/>
                  </a:ext>
                </a:extLst>
              </p:cNvPr>
              <p:cNvSpPr/>
              <p:nvPr/>
            </p:nvSpPr>
            <p:spPr>
              <a:xfrm>
                <a:off x="2682698" y="5526711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3" name="Parallelogram 62">
                <a:extLst>
                  <a:ext uri="{FF2B5EF4-FFF2-40B4-BE49-F238E27FC236}">
                    <a16:creationId xmlns:a16="http://schemas.microsoft.com/office/drawing/2014/main" id="{11DC4D26-4A39-D2F3-A953-D7D55C58C0CD}"/>
                  </a:ext>
                </a:extLst>
              </p:cNvPr>
              <p:cNvSpPr/>
              <p:nvPr/>
            </p:nvSpPr>
            <p:spPr>
              <a:xfrm>
                <a:off x="1309568" y="5526710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4" name="Parallelogram 63">
                <a:extLst>
                  <a:ext uri="{FF2B5EF4-FFF2-40B4-BE49-F238E27FC236}">
                    <a16:creationId xmlns:a16="http://schemas.microsoft.com/office/drawing/2014/main" id="{DBC43CED-1502-A896-87C5-4CEA463AD95E}"/>
                  </a:ext>
                </a:extLst>
              </p:cNvPr>
              <p:cNvSpPr/>
              <p:nvPr/>
            </p:nvSpPr>
            <p:spPr>
              <a:xfrm>
                <a:off x="2231124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65A2E503-E8FE-A93D-DE8E-3944191FD91B}"/>
                  </a:ext>
                </a:extLst>
              </p:cNvPr>
              <p:cNvSpPr/>
              <p:nvPr/>
            </p:nvSpPr>
            <p:spPr>
              <a:xfrm>
                <a:off x="2917689" y="5279367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6" name="Parallelogram 65">
                <a:extLst>
                  <a:ext uri="{FF2B5EF4-FFF2-40B4-BE49-F238E27FC236}">
                    <a16:creationId xmlns:a16="http://schemas.microsoft.com/office/drawing/2014/main" id="{12617A83-527B-4433-16FF-032584052A11}"/>
                  </a:ext>
                </a:extLst>
              </p:cNvPr>
              <p:cNvSpPr/>
              <p:nvPr/>
            </p:nvSpPr>
            <p:spPr>
              <a:xfrm>
                <a:off x="1544559" y="5279366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7" name="Parallelogram 66">
                <a:extLst>
                  <a:ext uri="{FF2B5EF4-FFF2-40B4-BE49-F238E27FC236}">
                    <a16:creationId xmlns:a16="http://schemas.microsoft.com/office/drawing/2014/main" id="{09D99525-B1E2-94BC-8A0C-1FAC853ADCDF}"/>
                  </a:ext>
                </a:extLst>
              </p:cNvPr>
              <p:cNvSpPr/>
              <p:nvPr/>
            </p:nvSpPr>
            <p:spPr>
              <a:xfrm>
                <a:off x="2484447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8" name="Parallelogram 67">
                <a:extLst>
                  <a:ext uri="{FF2B5EF4-FFF2-40B4-BE49-F238E27FC236}">
                    <a16:creationId xmlns:a16="http://schemas.microsoft.com/office/drawing/2014/main" id="{949652B3-FCEA-7550-A36D-BDBEA6606FC1}"/>
                  </a:ext>
                </a:extLst>
              </p:cNvPr>
              <p:cNvSpPr/>
              <p:nvPr/>
            </p:nvSpPr>
            <p:spPr>
              <a:xfrm>
                <a:off x="3171012" y="5030749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  <p:sp>
            <p:nvSpPr>
              <p:cNvPr id="69" name="Parallelogram 68">
                <a:extLst>
                  <a:ext uri="{FF2B5EF4-FFF2-40B4-BE49-F238E27FC236}">
                    <a16:creationId xmlns:a16="http://schemas.microsoft.com/office/drawing/2014/main" id="{489AFAF0-8E27-1BB1-AF81-60F4D8725523}"/>
                  </a:ext>
                </a:extLst>
              </p:cNvPr>
              <p:cNvSpPr/>
              <p:nvPr/>
            </p:nvSpPr>
            <p:spPr>
              <a:xfrm>
                <a:off x="1797882" y="5030748"/>
                <a:ext cx="686565" cy="164895"/>
              </a:xfrm>
              <a:prstGeom prst="parallelogram">
                <a:avLst>
                  <a:gd name="adj" fmla="val 10263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/>
              </a:p>
            </p:txBody>
          </p: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547BEE98-324D-3422-B2FC-645284559BD6}"/>
                </a:ext>
              </a:extLst>
            </p:cNvPr>
            <p:cNvSpPr/>
            <p:nvPr/>
          </p:nvSpPr>
          <p:spPr>
            <a:xfrm>
              <a:off x="6030089" y="2280559"/>
              <a:ext cx="690658" cy="690659"/>
            </a:xfrm>
            <a:prstGeom prst="cub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4B1479B-ABF0-984D-7CB4-635D9D07C9D4}"/>
                </a:ext>
              </a:extLst>
            </p:cNvPr>
            <p:cNvSpPr/>
            <p:nvPr/>
          </p:nvSpPr>
          <p:spPr>
            <a:xfrm>
              <a:off x="6030089" y="1238551"/>
              <a:ext cx="690658" cy="690659"/>
            </a:xfrm>
            <a:prstGeom prst="cube">
              <a:avLst/>
            </a:prstGeom>
            <a:solidFill>
              <a:srgbClr val="00B05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4B5ED1BC-B02C-7401-0064-5393A5011A43}"/>
                </a:ext>
              </a:extLst>
            </p:cNvPr>
            <p:cNvSpPr/>
            <p:nvPr/>
          </p:nvSpPr>
          <p:spPr>
            <a:xfrm>
              <a:off x="6025839" y="710104"/>
              <a:ext cx="690658" cy="690659"/>
            </a:xfrm>
            <a:prstGeom prst="cube">
              <a:avLst/>
            </a:prstGeom>
            <a:solidFill>
              <a:srgbClr val="0432FF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BFB67D9-4CD4-3753-6429-F693B5FAA6ED}"/>
                </a:ext>
              </a:extLst>
            </p:cNvPr>
            <p:cNvSpPr/>
            <p:nvPr/>
          </p:nvSpPr>
          <p:spPr>
            <a:xfrm>
              <a:off x="6021625" y="1759294"/>
              <a:ext cx="690658" cy="690659"/>
            </a:xfrm>
            <a:prstGeom prst="cub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6BCDCF-EBD4-46F9-F04A-8C1CC2197A90}"/>
                </a:ext>
              </a:extLst>
            </p:cNvPr>
            <p:cNvSpPr txBox="1"/>
            <p:nvPr/>
          </p:nvSpPr>
          <p:spPr>
            <a:xfrm>
              <a:off x="5341365" y="3267731"/>
              <a:ext cx="1901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The final</a:t>
              </a:r>
              <a:r>
                <a:rPr lang="en-TH" b="1" dirty="0"/>
                <a:t> target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3A8F3C9-091C-F671-079B-5801F078194D}"/>
              </a:ext>
            </a:extLst>
          </p:cNvPr>
          <p:cNvSpPr txBox="1"/>
          <p:nvPr/>
        </p:nvSpPr>
        <p:spPr>
          <a:xfrm>
            <a:off x="4165052" y="4230588"/>
            <a:ext cx="331443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time limit to finish all tasks is 5 minutes.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neither team can do it, we will count the total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something is wrong, you can reset the new game within a limited time. </a:t>
            </a:r>
            <a:endParaRPr lang="en-TH" dirty="0"/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6927A0ED-5D5A-8E6D-5058-995EB5C66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B55F6E-0382-731F-CFCE-A3B3E1A956AB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334599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FDC2-3A17-2788-8816-EF8E9E25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Rules</a:t>
            </a:r>
            <a:r>
              <a:rPr lang="en-TH" b="1" dirty="0">
                <a:solidFill>
                  <a:srgbClr val="0432FF"/>
                </a:solidFill>
              </a:rPr>
              <a:t> to play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DD473-F1F1-F582-219D-62C28FA5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8</a:t>
            </a:fld>
            <a:endParaRPr lang="en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84E20-11D5-F717-7D55-D8B1890DA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408" y="1476520"/>
            <a:ext cx="3071532" cy="4351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Block Arc 6">
            <a:extLst>
              <a:ext uri="{FF2B5EF4-FFF2-40B4-BE49-F238E27FC236}">
                <a16:creationId xmlns:a16="http://schemas.microsoft.com/office/drawing/2014/main" id="{4A6D1C66-1440-B35D-8DBD-47CA36048443}"/>
              </a:ext>
            </a:extLst>
          </p:cNvPr>
          <p:cNvSpPr/>
          <p:nvPr/>
        </p:nvSpPr>
        <p:spPr>
          <a:xfrm>
            <a:off x="3430431" y="1765504"/>
            <a:ext cx="8955485" cy="8955485"/>
          </a:xfrm>
          <a:prstGeom prst="blockArc">
            <a:avLst>
              <a:gd name="adj1" fmla="val 14258100"/>
              <a:gd name="adj2" fmla="val 18175175"/>
              <a:gd name="adj3" fmla="val 21250"/>
            </a:avLst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04743-F8AB-9799-449C-D079E9EB5CA0}"/>
              </a:ext>
            </a:extLst>
          </p:cNvPr>
          <p:cNvSpPr txBox="1"/>
          <p:nvPr/>
        </p:nvSpPr>
        <p:spPr>
          <a:xfrm>
            <a:off x="9883832" y="3230238"/>
            <a:ext cx="1219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/>
              <a:t>Workspace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4CF32-85E5-BD9C-51B8-0B4E94DBDE14}"/>
              </a:ext>
            </a:extLst>
          </p:cNvPr>
          <p:cNvSpPr txBox="1"/>
          <p:nvPr/>
        </p:nvSpPr>
        <p:spPr>
          <a:xfrm>
            <a:off x="1258013" y="3479757"/>
            <a:ext cx="375456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dirty="0"/>
              <a:t>You may need to make a plan for stack </a:t>
            </a:r>
            <a:r>
              <a:rPr lang="en-US" dirty="0"/>
              <a:t>placement</a:t>
            </a:r>
            <a:r>
              <a:rPr lang="en-TH" dirty="0"/>
              <a:t> </a:t>
            </a:r>
            <a:r>
              <a:rPr lang="en-US" dirty="0"/>
              <a:t>to avoid</a:t>
            </a:r>
            <a:r>
              <a:rPr lang="en-TH" dirty="0"/>
              <a:t> the tower collapse.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dirty="0"/>
              <a:t>Positions 1, 2, 3, </a:t>
            </a:r>
            <a:r>
              <a:rPr lang="en-US" dirty="0"/>
              <a:t>and</a:t>
            </a:r>
            <a:r>
              <a:rPr lang="en-TH" dirty="0"/>
              <a:t> 4 are the </a:t>
            </a:r>
            <a:r>
              <a:rPr lang="en-US" dirty="0"/>
              <a:t>temporary</a:t>
            </a:r>
            <a:r>
              <a:rPr lang="en-TH" dirty="0"/>
              <a:t> positions to place.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23CE2522-7BDC-2D73-9552-61CDF49D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71B9CD-53FF-166E-B76F-A291BCD61AF0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275741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4E8E-0CF3-EBC5-7B69-1BC8DE4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b="1" dirty="0">
                <a:solidFill>
                  <a:srgbClr val="0432FF"/>
                </a:solidFill>
              </a:rPr>
              <a:t>Rubrics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BB1CE-BD3E-BCBD-EEA0-B65DEBD8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B34C-9FCD-0743-AE1A-438279BF8205}" type="slidenum">
              <a:rPr lang="en-TH" smtClean="0"/>
              <a:t>9</a:t>
            </a:fld>
            <a:endParaRPr lang="en-T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292A55-1599-01FB-54A7-44713FB6F9BA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535430"/>
          <a:ext cx="10598727" cy="4820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59796">
                  <a:extLst>
                    <a:ext uri="{9D8B030D-6E8A-4147-A177-3AD203B41FA5}">
                      <a16:colId xmlns:a16="http://schemas.microsoft.com/office/drawing/2014/main" val="3196250098"/>
                    </a:ext>
                  </a:extLst>
                </a:gridCol>
                <a:gridCol w="1606423">
                  <a:extLst>
                    <a:ext uri="{9D8B030D-6E8A-4147-A177-3AD203B41FA5}">
                      <a16:colId xmlns:a16="http://schemas.microsoft.com/office/drawing/2014/main" val="3047643841"/>
                    </a:ext>
                  </a:extLst>
                </a:gridCol>
                <a:gridCol w="1240296">
                  <a:extLst>
                    <a:ext uri="{9D8B030D-6E8A-4147-A177-3AD203B41FA5}">
                      <a16:colId xmlns:a16="http://schemas.microsoft.com/office/drawing/2014/main" val="599908676"/>
                    </a:ext>
                  </a:extLst>
                </a:gridCol>
                <a:gridCol w="1087979">
                  <a:extLst>
                    <a:ext uri="{9D8B030D-6E8A-4147-A177-3AD203B41FA5}">
                      <a16:colId xmlns:a16="http://schemas.microsoft.com/office/drawing/2014/main" val="4262283158"/>
                    </a:ext>
                  </a:extLst>
                </a:gridCol>
                <a:gridCol w="1120619">
                  <a:extLst>
                    <a:ext uri="{9D8B030D-6E8A-4147-A177-3AD203B41FA5}">
                      <a16:colId xmlns:a16="http://schemas.microsoft.com/office/drawing/2014/main" val="2936889608"/>
                    </a:ext>
                  </a:extLst>
                </a:gridCol>
                <a:gridCol w="1098858">
                  <a:extLst>
                    <a:ext uri="{9D8B030D-6E8A-4147-A177-3AD203B41FA5}">
                      <a16:colId xmlns:a16="http://schemas.microsoft.com/office/drawing/2014/main" val="1396200286"/>
                    </a:ext>
                  </a:extLst>
                </a:gridCol>
                <a:gridCol w="1164137">
                  <a:extLst>
                    <a:ext uri="{9D8B030D-6E8A-4147-A177-3AD203B41FA5}">
                      <a16:colId xmlns:a16="http://schemas.microsoft.com/office/drawing/2014/main" val="2596538213"/>
                    </a:ext>
                  </a:extLst>
                </a:gridCol>
                <a:gridCol w="1120619">
                  <a:extLst>
                    <a:ext uri="{9D8B030D-6E8A-4147-A177-3AD203B41FA5}">
                      <a16:colId xmlns:a16="http://schemas.microsoft.com/office/drawing/2014/main" val="2134732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Date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TH" dirty="0"/>
                        <a:t>Target</a:t>
                      </a:r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TH" dirty="0"/>
                        <a:t>Team______________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Team______________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76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TH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0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</a:t>
                      </a:r>
                      <a:r>
                        <a:rPr lang="en-TH" b="1" dirty="0"/>
                        <a:t>tack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Pick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Pick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b="1" dirty="0"/>
                        <a:t>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49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1st f</a:t>
                      </a:r>
                      <a:r>
                        <a:rPr lang="en-TH" dirty="0"/>
                        <a:t>loor 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32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2nd  floor 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3rd floor 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4th floor (25%)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228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Total (100%)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07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b="1" dirty="0"/>
                        <a:t>Try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62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600" b="1" dirty="0"/>
                        <a:t>Start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3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600" b="1" dirty="0"/>
                        <a:t>End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11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600" b="1" dirty="0"/>
                        <a:t>Total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T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8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TH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600" b="1" dirty="0"/>
                        <a:t>Winner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endParaRPr lang="en-TH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T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115549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DE9BFCD-63C7-F28D-5BDE-FC195B0D5C54}"/>
              </a:ext>
            </a:extLst>
          </p:cNvPr>
          <p:cNvGrpSpPr/>
          <p:nvPr/>
        </p:nvGrpSpPr>
        <p:grpSpPr>
          <a:xfrm>
            <a:off x="914400" y="4508927"/>
            <a:ext cx="1891183" cy="1847423"/>
            <a:chOff x="821675" y="2781618"/>
            <a:chExt cx="2623230" cy="256253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1FF4E4-300C-9FC3-0CC4-CD5629BD9A6E}"/>
                </a:ext>
              </a:extLst>
            </p:cNvPr>
            <p:cNvSpPr/>
            <p:nvPr/>
          </p:nvSpPr>
          <p:spPr>
            <a:xfrm>
              <a:off x="838200" y="2781620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EC682F-3679-BD2B-C785-69D2F73E599B}"/>
                </a:ext>
              </a:extLst>
            </p:cNvPr>
            <p:cNvSpPr/>
            <p:nvPr/>
          </p:nvSpPr>
          <p:spPr>
            <a:xfrm>
              <a:off x="1764180" y="2781619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276920-A891-DD4D-D6D1-2C6A6E0638FC}"/>
                </a:ext>
              </a:extLst>
            </p:cNvPr>
            <p:cNvSpPr/>
            <p:nvPr/>
          </p:nvSpPr>
          <p:spPr>
            <a:xfrm>
              <a:off x="2707238" y="2781618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1B9D0A-952C-1C94-7FE9-C78BF31EFEE2}"/>
                </a:ext>
              </a:extLst>
            </p:cNvPr>
            <p:cNvSpPr/>
            <p:nvPr/>
          </p:nvSpPr>
          <p:spPr>
            <a:xfrm>
              <a:off x="838200" y="3694051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9F7FF8-FA29-3E16-8D87-B22964C7DAE5}"/>
                </a:ext>
              </a:extLst>
            </p:cNvPr>
            <p:cNvSpPr/>
            <p:nvPr/>
          </p:nvSpPr>
          <p:spPr>
            <a:xfrm>
              <a:off x="1764180" y="3694050"/>
              <a:ext cx="737667" cy="7376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E28788-3A4F-C111-E326-F1BE587BE777}"/>
                </a:ext>
              </a:extLst>
            </p:cNvPr>
            <p:cNvSpPr/>
            <p:nvPr/>
          </p:nvSpPr>
          <p:spPr>
            <a:xfrm>
              <a:off x="2707238" y="3694049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B0D467-334B-F614-621A-727E86083CEE}"/>
                </a:ext>
              </a:extLst>
            </p:cNvPr>
            <p:cNvSpPr/>
            <p:nvPr/>
          </p:nvSpPr>
          <p:spPr>
            <a:xfrm>
              <a:off x="821675" y="4606482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69E63A-212C-155A-9B5F-A5B2F41E84CD}"/>
                </a:ext>
              </a:extLst>
            </p:cNvPr>
            <p:cNvSpPr/>
            <p:nvPr/>
          </p:nvSpPr>
          <p:spPr>
            <a:xfrm>
              <a:off x="1747655" y="4606481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4E4658-0BC4-89D5-D1C1-FBD1E43297C1}"/>
                </a:ext>
              </a:extLst>
            </p:cNvPr>
            <p:cNvSpPr/>
            <p:nvPr/>
          </p:nvSpPr>
          <p:spPr>
            <a:xfrm>
              <a:off x="2690713" y="4606480"/>
              <a:ext cx="737667" cy="737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pic>
        <p:nvPicPr>
          <p:cNvPr id="18" name="Picture 13">
            <a:extLst>
              <a:ext uri="{FF2B5EF4-FFF2-40B4-BE49-F238E27FC236}">
                <a16:creationId xmlns:a16="http://schemas.microsoft.com/office/drawing/2014/main" id="{F325D2DF-461D-3AB7-D1AE-FA311B5D2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FF983E-862C-B2FE-894E-49B25FC42087}"/>
              </a:ext>
            </a:extLst>
          </p:cNvPr>
          <p:cNvSpPr/>
          <p:nvPr/>
        </p:nvSpPr>
        <p:spPr>
          <a:xfrm>
            <a:off x="-1" y="6549187"/>
            <a:ext cx="11353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Asst. Prof. Dr. AMORNPHUN PHUNOPAS, DEPARTMENT OF PRODUCTION AND ROBOTICS ENGINEERING FACULTY OF ENGINEERING - KMUTNB </a:t>
            </a:r>
          </a:p>
        </p:txBody>
      </p:sp>
    </p:spTree>
    <p:extLst>
      <p:ext uri="{BB962C8B-B14F-4D97-AF65-F5344CB8AC3E}">
        <p14:creationId xmlns:p14="http://schemas.microsoft.com/office/powerpoint/2010/main" val="76329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7EE19-05B1-122F-11A1-9323BA9D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Group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019EF2B-6C0E-451D-6D9D-404A6D233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62C514-395C-D4CF-F595-C567DED2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48931"/>
              </p:ext>
            </p:extLst>
          </p:nvPr>
        </p:nvGraphicFramePr>
        <p:xfrm>
          <a:off x="1102563" y="1675227"/>
          <a:ext cx="9986879" cy="450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928">
                  <a:extLst>
                    <a:ext uri="{9D8B030D-6E8A-4147-A177-3AD203B41FA5}">
                      <a16:colId xmlns:a16="http://schemas.microsoft.com/office/drawing/2014/main" val="3502412840"/>
                    </a:ext>
                  </a:extLst>
                </a:gridCol>
                <a:gridCol w="1353955">
                  <a:extLst>
                    <a:ext uri="{9D8B030D-6E8A-4147-A177-3AD203B41FA5}">
                      <a16:colId xmlns:a16="http://schemas.microsoft.com/office/drawing/2014/main" val="3760170521"/>
                    </a:ext>
                  </a:extLst>
                </a:gridCol>
                <a:gridCol w="1742113">
                  <a:extLst>
                    <a:ext uri="{9D8B030D-6E8A-4147-A177-3AD203B41FA5}">
                      <a16:colId xmlns:a16="http://schemas.microsoft.com/office/drawing/2014/main" val="2764973319"/>
                    </a:ext>
                  </a:extLst>
                </a:gridCol>
                <a:gridCol w="1353955">
                  <a:extLst>
                    <a:ext uri="{9D8B030D-6E8A-4147-A177-3AD203B41FA5}">
                      <a16:colId xmlns:a16="http://schemas.microsoft.com/office/drawing/2014/main" val="604777732"/>
                    </a:ext>
                  </a:extLst>
                </a:gridCol>
                <a:gridCol w="1788860">
                  <a:extLst>
                    <a:ext uri="{9D8B030D-6E8A-4147-A177-3AD203B41FA5}">
                      <a16:colId xmlns:a16="http://schemas.microsoft.com/office/drawing/2014/main" val="1701842318"/>
                    </a:ext>
                  </a:extLst>
                </a:gridCol>
                <a:gridCol w="1353955">
                  <a:extLst>
                    <a:ext uri="{9D8B030D-6E8A-4147-A177-3AD203B41FA5}">
                      <a16:colId xmlns:a16="http://schemas.microsoft.com/office/drawing/2014/main" val="34022549"/>
                    </a:ext>
                  </a:extLst>
                </a:gridCol>
                <a:gridCol w="1742113">
                  <a:extLst>
                    <a:ext uri="{9D8B030D-6E8A-4147-A177-3AD203B41FA5}">
                      <a16:colId xmlns:a16="http://schemas.microsoft.com/office/drawing/2014/main" val="3670921841"/>
                    </a:ext>
                  </a:extLst>
                </a:gridCol>
              </a:tblGrid>
              <a:tr h="170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Group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(1) ID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(1) First name - Last name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(2) ID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(2) First name - Last name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(3) ID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Member (3) First name - Last name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83152188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6801023611157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Palawat Kamjaroen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6801023611076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Winyupol suvisit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6801023611301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Suwannapoom thatkeson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851089876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2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6801023610291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นภัตสร คำนวน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6801023610312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กัญจน์ญรัญ นาดี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6801023611017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ศิริพรรณ หาญเชิงชัย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717364720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3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6801023611319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Benjaphorn Boonsrisut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6801023611327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May Thiri Kyaw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6801023611289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Suchanan Chaobuakhao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472679798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4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6801023611238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Siraphat Sritrakoon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6801023611297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Suthida Rodthananchai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6801023611271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Phattharapoom Jaingam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045584719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5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6801023611211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Physics Worachaiswad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6801023611131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Saranyaphat Ruangsin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6801023611033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Fasai Marnnoi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495063505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6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6801023610274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Kittikarn Amnuaywattanakul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6801023610118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Sanhanat Sukprasroed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6801023610134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Thirawat Sangkhahattakorn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678071659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7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6801023610231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Thunwa Malaiwalee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6801023610240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Rutnatee Toasabush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6801023610321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Nidchakul Kuljirajaroon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2183270750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8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6801023611050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Puree Tantipanichkul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6801023611203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Ariya Prathum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6801023611165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Porriphat Kenpucha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248906268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9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6801023611254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Phaethong Rattanasopa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6801023611122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Warissara Uta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6801023611041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Tharitawan Sorsomboon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2590391925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10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6801023611025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Seelawit Limvanichnattakit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6801023611246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Teachin Rinthong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6801023611181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Pongsathorn Onfong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539094641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11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6801023611092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Mr.Silpachai Thongsri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6801023610282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Ms.yaowares Rungraveekittipaisarn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6801023610266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Thitaphan Chinchumakorn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226091227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12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6801023610061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Pirawit Techapanyarak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6801023610096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Pattaragorn. Oonsomlee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6801023610100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Jinnaphat. Traimontree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815812926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13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680102310088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Jakree prosirigul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6801023610223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Kittitat Munpetch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6801023610215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Nanthawat Putthong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457912992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14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6801023610169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ธนากร พุ่มจิ๋ว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6801023610045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สมภพ ขาวนวล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6801023610347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Heinthant Zaw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27373219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15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6801023610053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Witsawachot</a:t>
                      </a:r>
                      <a:r>
                        <a:rPr lang="en-US" sz="900" u="none" strike="noStrike" dirty="0">
                          <a:effectLst/>
                        </a:rPr>
                        <a:t> </a:t>
                      </a:r>
                      <a:r>
                        <a:rPr lang="en-US" sz="900" u="none" strike="noStrike" dirty="0" err="1">
                          <a:effectLst/>
                        </a:rPr>
                        <a:t>Jongbunvatana</a:t>
                      </a:r>
                      <a:endParaRPr lang="en-US" sz="900" b="0" i="0" u="none" strike="noStrike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6801023610177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Werapat </a:t>
                      </a:r>
                      <a:r>
                        <a:rPr lang="en-US" sz="900" u="none" strike="noStrike" dirty="0" err="1">
                          <a:effectLst/>
                        </a:rPr>
                        <a:t>Phochareon</a:t>
                      </a:r>
                      <a:endParaRPr lang="en-US" sz="900" b="0" i="0" u="none" strike="noStrike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554267100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16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6801023610011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Soe Thu Tun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6801023610037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Zin Lin Htet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6801023610029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Aw Myat Thiri Min Thein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015475214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17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6801023611084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Wongwnich Kengpimanmueng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6801020000000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achira rattanasinchaiboon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223562284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18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6801023611190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นิติรัฐ พรมฤทธิ์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6801023611106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ณฐพงศ์ สุขคลีวนัติ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6801023611262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h-TH" sz="900" u="none" strike="noStrike">
                          <a:effectLst/>
                        </a:rPr>
                        <a:t>นภัสสร จำปีหอม</a:t>
                      </a:r>
                      <a:endParaRPr lang="th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24383536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19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6801023610151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Pakonkit Datratikun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6801023610304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Sukrit Wongjinda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6801023610339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Thanathip Sangbuakaew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772042206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20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6801023610126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Lannara jaiphet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6801023610185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Iyakarn Moryadee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6801023610258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Purimprach Yooyen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3284898926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21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6801023610053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Pantakron Priwanrung-arun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6801023610177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Werapat Phochareon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6801023610053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Witsawachot Jongbunvatana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1594519283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22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6801023610207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Kanyapak Fongnoi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6801023610070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Pannarata masathian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-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536851393"/>
                  </a:ext>
                </a:extLst>
              </a:tr>
              <a:tr h="183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1000" u="none" strike="noStrike">
                          <a:effectLst/>
                        </a:rPr>
                        <a:t>23</a:t>
                      </a:r>
                      <a:endParaRPr lang="en-TH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6801023611149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Atthavit Methasasipat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6801023611173</a:t>
                      </a:r>
                      <a:endParaRPr lang="en-TH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Theeraphat Ounkai</a:t>
                      </a:r>
                      <a:endParaRPr lang="en-US" sz="900" b="0" i="0" u="none" strike="noStrike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900" u="none" strike="noStrike">
                          <a:effectLst/>
                        </a:rPr>
                        <a:t> </a:t>
                      </a:r>
                      <a:endParaRPr lang="en-TH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9" marR="6769" marT="676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Phurinut</a:t>
                      </a:r>
                      <a:endParaRPr lang="en-US" sz="900" b="0" i="0" u="none" strike="noStrike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769" marR="6769" marT="6769" marB="0" anchor="b"/>
                </a:tc>
                <a:extLst>
                  <a:ext uri="{0D108BD9-81ED-4DB2-BD59-A6C34878D82A}">
                    <a16:rowId xmlns:a16="http://schemas.microsoft.com/office/drawing/2014/main" val="4053456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46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C637-E1ED-AA17-6CA6-45EB13CE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>
                <a:solidFill>
                  <a:srgbClr val="0432FF"/>
                </a:solidFill>
              </a:rPr>
              <a:t>Competition</a:t>
            </a:r>
            <a:endParaRPr lang="en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A4CE2-BC1A-D7EF-0F50-84231DF3DCCC}"/>
              </a:ext>
            </a:extLst>
          </p:cNvPr>
          <p:cNvSpPr/>
          <p:nvPr/>
        </p:nvSpPr>
        <p:spPr>
          <a:xfrm>
            <a:off x="530702" y="5798188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E5C3B-986D-ED48-F145-57DE867F4276}"/>
              </a:ext>
            </a:extLst>
          </p:cNvPr>
          <p:cNvSpPr/>
          <p:nvPr/>
        </p:nvSpPr>
        <p:spPr>
          <a:xfrm>
            <a:off x="1035529" y="5798188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DCA03-053F-F175-E305-CD3CA5F6A3BD}"/>
              </a:ext>
            </a:extLst>
          </p:cNvPr>
          <p:cNvSpPr/>
          <p:nvPr/>
        </p:nvSpPr>
        <p:spPr>
          <a:xfrm>
            <a:off x="1540356" y="5798188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3F7B4-D6FD-5A91-6AD9-579886101A8D}"/>
              </a:ext>
            </a:extLst>
          </p:cNvPr>
          <p:cNvSpPr/>
          <p:nvPr/>
        </p:nvSpPr>
        <p:spPr>
          <a:xfrm>
            <a:off x="2048857" y="5798188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997D1-D2DA-4AAF-CFBC-8DBFAD3220C7}"/>
              </a:ext>
            </a:extLst>
          </p:cNvPr>
          <p:cNvSpPr/>
          <p:nvPr/>
        </p:nvSpPr>
        <p:spPr>
          <a:xfrm>
            <a:off x="2557358" y="5798187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D9B53-40D4-10FA-B1A3-70C123907F10}"/>
              </a:ext>
            </a:extLst>
          </p:cNvPr>
          <p:cNvSpPr/>
          <p:nvPr/>
        </p:nvSpPr>
        <p:spPr>
          <a:xfrm>
            <a:off x="3066857" y="5798187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053C2-3AD0-2757-7970-2A8929072255}"/>
              </a:ext>
            </a:extLst>
          </p:cNvPr>
          <p:cNvSpPr/>
          <p:nvPr/>
        </p:nvSpPr>
        <p:spPr>
          <a:xfrm>
            <a:off x="3575358" y="5798187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DB970-F9CB-4220-92B3-8FF1DE08A7F7}"/>
              </a:ext>
            </a:extLst>
          </p:cNvPr>
          <p:cNvSpPr/>
          <p:nvPr/>
        </p:nvSpPr>
        <p:spPr>
          <a:xfrm>
            <a:off x="4083859" y="5798187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5B883-40FA-669B-7969-8267BF7A5F8E}"/>
              </a:ext>
            </a:extLst>
          </p:cNvPr>
          <p:cNvSpPr/>
          <p:nvPr/>
        </p:nvSpPr>
        <p:spPr>
          <a:xfrm>
            <a:off x="4584014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FE29E2-3553-761F-35F1-B7533FAD960B}"/>
              </a:ext>
            </a:extLst>
          </p:cNvPr>
          <p:cNvSpPr/>
          <p:nvPr/>
        </p:nvSpPr>
        <p:spPr>
          <a:xfrm>
            <a:off x="5092515" y="5786292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64F20-931E-46A1-23C9-464D36957C48}"/>
              </a:ext>
            </a:extLst>
          </p:cNvPr>
          <p:cNvSpPr/>
          <p:nvPr/>
        </p:nvSpPr>
        <p:spPr>
          <a:xfrm>
            <a:off x="5601016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0A3C2-6C5F-9859-3FD2-DE3B23E45141}"/>
              </a:ext>
            </a:extLst>
          </p:cNvPr>
          <p:cNvSpPr/>
          <p:nvPr/>
        </p:nvSpPr>
        <p:spPr>
          <a:xfrm>
            <a:off x="6109517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52AE4-0FE3-9D60-C974-C4CFD429EA80}"/>
              </a:ext>
            </a:extLst>
          </p:cNvPr>
          <p:cNvSpPr/>
          <p:nvPr/>
        </p:nvSpPr>
        <p:spPr>
          <a:xfrm>
            <a:off x="6609672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98A96-B596-7416-FD0F-72586AC66348}"/>
              </a:ext>
            </a:extLst>
          </p:cNvPr>
          <p:cNvSpPr/>
          <p:nvPr/>
        </p:nvSpPr>
        <p:spPr>
          <a:xfrm>
            <a:off x="7107047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8DE9F-2E29-367B-68B0-39125C0C80E4}"/>
              </a:ext>
            </a:extLst>
          </p:cNvPr>
          <p:cNvSpPr/>
          <p:nvPr/>
        </p:nvSpPr>
        <p:spPr>
          <a:xfrm>
            <a:off x="7604422" y="5798186"/>
            <a:ext cx="367450" cy="3237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9339B4-4CED-70B5-E5A9-7B3773650084}"/>
              </a:ext>
            </a:extLst>
          </p:cNvPr>
          <p:cNvSpPr/>
          <p:nvPr/>
        </p:nvSpPr>
        <p:spPr>
          <a:xfrm>
            <a:off x="8101797" y="5798186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C477E9-4D37-200A-2E77-B9FE662BADEF}"/>
              </a:ext>
            </a:extLst>
          </p:cNvPr>
          <p:cNvSpPr/>
          <p:nvPr/>
        </p:nvSpPr>
        <p:spPr>
          <a:xfrm>
            <a:off x="8596797" y="5798185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7A01F6-8D41-BCA0-2207-F8CC78393B8B}"/>
              </a:ext>
            </a:extLst>
          </p:cNvPr>
          <p:cNvSpPr/>
          <p:nvPr/>
        </p:nvSpPr>
        <p:spPr>
          <a:xfrm>
            <a:off x="9105298" y="5786535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FE5846-5BF2-322E-CFA2-74DC415E8957}"/>
              </a:ext>
            </a:extLst>
          </p:cNvPr>
          <p:cNvSpPr/>
          <p:nvPr/>
        </p:nvSpPr>
        <p:spPr>
          <a:xfrm>
            <a:off x="9600298" y="5786291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19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CA3B1F-502D-923E-3B50-AAF4A89F2B50}"/>
              </a:ext>
            </a:extLst>
          </p:cNvPr>
          <p:cNvSpPr/>
          <p:nvPr/>
        </p:nvSpPr>
        <p:spPr>
          <a:xfrm>
            <a:off x="10095298" y="5786290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20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8CA6BE-D4E6-C650-AC7E-E0FDCEDD58EE}"/>
              </a:ext>
            </a:extLst>
          </p:cNvPr>
          <p:cNvSpPr/>
          <p:nvPr/>
        </p:nvSpPr>
        <p:spPr>
          <a:xfrm>
            <a:off x="10597423" y="5786289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21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E20C07-9AD0-14E7-120F-8B08E916A20D}"/>
              </a:ext>
            </a:extLst>
          </p:cNvPr>
          <p:cNvSpPr/>
          <p:nvPr/>
        </p:nvSpPr>
        <p:spPr>
          <a:xfrm>
            <a:off x="795160" y="5238489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highlight>
                  <a:srgbClr val="FFFF00"/>
                </a:highlight>
              </a:rPr>
              <a:t>G1</a:t>
            </a:r>
            <a:endParaRPr lang="en-TH" sz="1100" dirty="0">
              <a:highlight>
                <a:srgbClr val="FFFF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186E9F-EC94-CC54-B410-3A342BC49B1A}"/>
              </a:ext>
            </a:extLst>
          </p:cNvPr>
          <p:cNvSpPr/>
          <p:nvPr/>
        </p:nvSpPr>
        <p:spPr>
          <a:xfrm>
            <a:off x="1801969" y="5238489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58657B-84D0-E5FB-B853-063D7BD60A4A}"/>
              </a:ext>
            </a:extLst>
          </p:cNvPr>
          <p:cNvSpPr/>
          <p:nvPr/>
        </p:nvSpPr>
        <p:spPr>
          <a:xfrm>
            <a:off x="2819612" y="5241443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>
                <a:highlight>
                  <a:srgbClr val="FFFF00"/>
                </a:highlight>
              </a:rPr>
              <a:t>G6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9C9DAF-BAD4-F16C-9B56-4BD05AB47410}"/>
              </a:ext>
            </a:extLst>
          </p:cNvPr>
          <p:cNvSpPr/>
          <p:nvPr/>
        </p:nvSpPr>
        <p:spPr>
          <a:xfrm>
            <a:off x="3829163" y="5238488"/>
            <a:ext cx="367450" cy="3237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H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6A88B0-6A28-97D6-58EF-373DBF01C6EF}"/>
              </a:ext>
            </a:extLst>
          </p:cNvPr>
          <p:cNvSpPr/>
          <p:nvPr/>
        </p:nvSpPr>
        <p:spPr>
          <a:xfrm>
            <a:off x="4841421" y="5238488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9D611D-A084-486E-39C3-1A3B3F024E8C}"/>
              </a:ext>
            </a:extLst>
          </p:cNvPr>
          <p:cNvSpPr/>
          <p:nvPr/>
        </p:nvSpPr>
        <p:spPr>
          <a:xfrm>
            <a:off x="5842880" y="5238487"/>
            <a:ext cx="367450" cy="3237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H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22765-7EBF-2C62-FF99-41B3C2D0CCA2}"/>
              </a:ext>
            </a:extLst>
          </p:cNvPr>
          <p:cNvSpPr/>
          <p:nvPr/>
        </p:nvSpPr>
        <p:spPr>
          <a:xfrm>
            <a:off x="6860523" y="5233347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2D167E-74A8-19A4-9E54-4134F75A7A1C}"/>
              </a:ext>
            </a:extLst>
          </p:cNvPr>
          <p:cNvSpPr/>
          <p:nvPr/>
        </p:nvSpPr>
        <p:spPr>
          <a:xfrm>
            <a:off x="7858988" y="5220467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b="1" dirty="0"/>
              <a:t>G16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47CC7C-5243-390D-4988-B4C4E0A812A7}"/>
              </a:ext>
            </a:extLst>
          </p:cNvPr>
          <p:cNvSpPr/>
          <p:nvPr/>
        </p:nvSpPr>
        <p:spPr>
          <a:xfrm>
            <a:off x="8849964" y="5241443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BA689F-53B6-4DE5-AD1A-2C35A0CCBD25}"/>
              </a:ext>
            </a:extLst>
          </p:cNvPr>
          <p:cNvSpPr/>
          <p:nvPr/>
        </p:nvSpPr>
        <p:spPr>
          <a:xfrm>
            <a:off x="9857320" y="5247346"/>
            <a:ext cx="367450" cy="3237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H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CC1335-7EA5-4443-666E-ECEAAA77E6C8}"/>
              </a:ext>
            </a:extLst>
          </p:cNvPr>
          <p:cNvSpPr/>
          <p:nvPr/>
        </p:nvSpPr>
        <p:spPr>
          <a:xfrm>
            <a:off x="11084077" y="5786288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22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3B903A-6A65-8782-4461-42379B465001}"/>
              </a:ext>
            </a:extLst>
          </p:cNvPr>
          <p:cNvSpPr/>
          <p:nvPr/>
        </p:nvSpPr>
        <p:spPr>
          <a:xfrm>
            <a:off x="10841796" y="5241443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G21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BECAAE-CC85-A0EB-2337-A055BCBF1A15}"/>
              </a:ext>
            </a:extLst>
          </p:cNvPr>
          <p:cNvSpPr/>
          <p:nvPr/>
        </p:nvSpPr>
        <p:spPr>
          <a:xfrm>
            <a:off x="1308079" y="4597869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D64CA8-E05E-D0F6-BB7F-BBBF4A46E4BB}"/>
              </a:ext>
            </a:extLst>
          </p:cNvPr>
          <p:cNvSpPr/>
          <p:nvPr/>
        </p:nvSpPr>
        <p:spPr>
          <a:xfrm>
            <a:off x="3343558" y="4597869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375DC5-7704-A682-CD34-5CBFEF6647FE}"/>
              </a:ext>
            </a:extLst>
          </p:cNvPr>
          <p:cNvSpPr/>
          <p:nvPr/>
        </p:nvSpPr>
        <p:spPr>
          <a:xfrm>
            <a:off x="5371130" y="4597868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8A4B72-562E-07AB-4C5C-3AFE24ADB52C}"/>
              </a:ext>
            </a:extLst>
          </p:cNvPr>
          <p:cNvSpPr/>
          <p:nvPr/>
        </p:nvSpPr>
        <p:spPr>
          <a:xfrm>
            <a:off x="7345478" y="4591379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92A914-A047-8148-6ED4-E9AFC3EEC125}"/>
              </a:ext>
            </a:extLst>
          </p:cNvPr>
          <p:cNvSpPr/>
          <p:nvPr/>
        </p:nvSpPr>
        <p:spPr>
          <a:xfrm>
            <a:off x="9380957" y="4597868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C09A18-EBED-765C-03E4-10723982DFD0}"/>
              </a:ext>
            </a:extLst>
          </p:cNvPr>
          <p:cNvSpPr/>
          <p:nvPr/>
        </p:nvSpPr>
        <p:spPr>
          <a:xfrm>
            <a:off x="11579077" y="5786287"/>
            <a:ext cx="367450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</a:t>
            </a:r>
          </a:p>
          <a:p>
            <a:pPr algn="ctr"/>
            <a:r>
              <a:rPr lang="en-TH" sz="1100" dirty="0"/>
              <a:t>23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092C8C4-44E6-46B6-68AE-E288A60ED88B}"/>
              </a:ext>
            </a:extLst>
          </p:cNvPr>
          <p:cNvCxnSpPr>
            <a:stCxn id="4" idx="0"/>
            <a:endCxn id="25" idx="1"/>
          </p:cNvCxnSpPr>
          <p:nvPr/>
        </p:nvCxnSpPr>
        <p:spPr>
          <a:xfrm rot="5400000" flipH="1" flipV="1">
            <a:off x="555870" y="5558899"/>
            <a:ext cx="397846" cy="80733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6367EB59-FB7B-E23B-C157-CE9443E5383C}"/>
              </a:ext>
            </a:extLst>
          </p:cNvPr>
          <p:cNvCxnSpPr>
            <a:cxnSpLocks/>
            <a:stCxn id="5" idx="0"/>
            <a:endCxn id="25" idx="3"/>
          </p:cNvCxnSpPr>
          <p:nvPr/>
        </p:nvCxnSpPr>
        <p:spPr>
          <a:xfrm rot="16200000" flipV="1">
            <a:off x="992009" y="5570943"/>
            <a:ext cx="397846" cy="56644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BDE195A0-D5A2-DA06-5DAC-D390EF75642C}"/>
              </a:ext>
            </a:extLst>
          </p:cNvPr>
          <p:cNvCxnSpPr>
            <a:cxnSpLocks/>
            <a:stCxn id="6" idx="0"/>
            <a:endCxn id="26" idx="1"/>
          </p:cNvCxnSpPr>
          <p:nvPr/>
        </p:nvCxnSpPr>
        <p:spPr>
          <a:xfrm rot="5400000" flipH="1" flipV="1">
            <a:off x="1564102" y="5560321"/>
            <a:ext cx="397846" cy="77888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A6DB9F4-11BC-BCD8-5A10-488EBCFF7835}"/>
              </a:ext>
            </a:extLst>
          </p:cNvPr>
          <p:cNvCxnSpPr>
            <a:cxnSpLocks/>
            <a:stCxn id="7" idx="0"/>
            <a:endCxn id="26" idx="3"/>
          </p:cNvCxnSpPr>
          <p:nvPr/>
        </p:nvCxnSpPr>
        <p:spPr>
          <a:xfrm rot="16200000" flipV="1">
            <a:off x="2002078" y="5567683"/>
            <a:ext cx="397846" cy="63163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5CE4F3BE-B3AE-939B-BED4-CD818C4811C2}"/>
              </a:ext>
            </a:extLst>
          </p:cNvPr>
          <p:cNvCxnSpPr>
            <a:cxnSpLocks/>
            <a:stCxn id="8" idx="0"/>
            <a:endCxn id="27" idx="1"/>
          </p:cNvCxnSpPr>
          <p:nvPr/>
        </p:nvCxnSpPr>
        <p:spPr>
          <a:xfrm rot="5400000" flipH="1" flipV="1">
            <a:off x="2582902" y="5561478"/>
            <a:ext cx="394891" cy="78529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59C93C5-C950-D12A-8842-4359678FF0B8}"/>
              </a:ext>
            </a:extLst>
          </p:cNvPr>
          <p:cNvCxnSpPr>
            <a:cxnSpLocks/>
            <a:stCxn id="9" idx="0"/>
            <a:endCxn id="27" idx="3"/>
          </p:cNvCxnSpPr>
          <p:nvPr/>
        </p:nvCxnSpPr>
        <p:spPr>
          <a:xfrm rot="16200000" flipV="1">
            <a:off x="3021377" y="5568982"/>
            <a:ext cx="394891" cy="63520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3303A84-F694-D5A1-2F79-5ECBE7B68BC2}"/>
              </a:ext>
            </a:extLst>
          </p:cNvPr>
          <p:cNvCxnSpPr>
            <a:cxnSpLocks/>
            <a:stCxn id="10" idx="0"/>
            <a:endCxn id="28" idx="1"/>
          </p:cNvCxnSpPr>
          <p:nvPr/>
        </p:nvCxnSpPr>
        <p:spPr>
          <a:xfrm rot="5400000" flipH="1" flipV="1">
            <a:off x="3595200" y="5564224"/>
            <a:ext cx="397846" cy="70080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CFC3BFC0-6E45-E9B1-0682-3578795226D7}"/>
              </a:ext>
            </a:extLst>
          </p:cNvPr>
          <p:cNvCxnSpPr>
            <a:cxnSpLocks/>
            <a:stCxn id="11" idx="0"/>
            <a:endCxn id="28" idx="3"/>
          </p:cNvCxnSpPr>
          <p:nvPr/>
        </p:nvCxnSpPr>
        <p:spPr>
          <a:xfrm rot="16200000" flipV="1">
            <a:off x="4033176" y="5563778"/>
            <a:ext cx="397846" cy="70971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A1360B1C-F495-93B0-3F63-BEA6E20417FA}"/>
              </a:ext>
            </a:extLst>
          </p:cNvPr>
          <p:cNvCxnSpPr>
            <a:cxnSpLocks/>
            <a:stCxn id="12" idx="0"/>
            <a:endCxn id="29" idx="1"/>
          </p:cNvCxnSpPr>
          <p:nvPr/>
        </p:nvCxnSpPr>
        <p:spPr>
          <a:xfrm rot="5400000" flipH="1" flipV="1">
            <a:off x="4605658" y="5562423"/>
            <a:ext cx="397845" cy="73682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98123C58-D988-83E5-8798-172AAE155C9B}"/>
              </a:ext>
            </a:extLst>
          </p:cNvPr>
          <p:cNvCxnSpPr>
            <a:cxnSpLocks/>
            <a:stCxn id="13" idx="0"/>
            <a:endCxn id="29" idx="3"/>
          </p:cNvCxnSpPr>
          <p:nvPr/>
        </p:nvCxnSpPr>
        <p:spPr>
          <a:xfrm rot="16200000" flipV="1">
            <a:off x="5049581" y="5559632"/>
            <a:ext cx="385951" cy="67369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55FC06C2-BDB1-87EE-1BC9-F8AC9E47A278}"/>
              </a:ext>
            </a:extLst>
          </p:cNvPr>
          <p:cNvCxnSpPr>
            <a:cxnSpLocks/>
            <a:stCxn id="14" idx="0"/>
            <a:endCxn id="30" idx="1"/>
          </p:cNvCxnSpPr>
          <p:nvPr/>
        </p:nvCxnSpPr>
        <p:spPr>
          <a:xfrm rot="5400000" flipH="1" flipV="1">
            <a:off x="5614887" y="5570194"/>
            <a:ext cx="397846" cy="58139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87610784-2A21-0FC0-2F5B-4B337A1EF77D}"/>
              </a:ext>
            </a:extLst>
          </p:cNvPr>
          <p:cNvCxnSpPr>
            <a:cxnSpLocks/>
            <a:stCxn id="15" idx="0"/>
            <a:endCxn id="30" idx="3"/>
          </p:cNvCxnSpPr>
          <p:nvPr/>
        </p:nvCxnSpPr>
        <p:spPr>
          <a:xfrm rot="16200000" flipV="1">
            <a:off x="6052863" y="5557807"/>
            <a:ext cx="397846" cy="82912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C0BCA31E-1996-61CB-955C-1A13DD2340AA}"/>
              </a:ext>
            </a:extLst>
          </p:cNvPr>
          <p:cNvCxnSpPr>
            <a:cxnSpLocks/>
            <a:stCxn id="16" idx="0"/>
            <a:endCxn id="31" idx="1"/>
          </p:cNvCxnSpPr>
          <p:nvPr/>
        </p:nvCxnSpPr>
        <p:spPr>
          <a:xfrm rot="5400000" flipH="1" flipV="1">
            <a:off x="6625467" y="5563130"/>
            <a:ext cx="402986" cy="67126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703073B-1548-2189-4B7F-DE4451677013}"/>
              </a:ext>
            </a:extLst>
          </p:cNvPr>
          <p:cNvCxnSpPr>
            <a:cxnSpLocks/>
            <a:stCxn id="17" idx="0"/>
            <a:endCxn id="31" idx="3"/>
          </p:cNvCxnSpPr>
          <p:nvPr/>
        </p:nvCxnSpPr>
        <p:spPr>
          <a:xfrm rot="16200000" flipV="1">
            <a:off x="7057880" y="5565293"/>
            <a:ext cx="402986" cy="62799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1A195130-6423-5D96-C546-12AC658D0079}"/>
              </a:ext>
            </a:extLst>
          </p:cNvPr>
          <p:cNvCxnSpPr>
            <a:cxnSpLocks/>
            <a:stCxn id="18" idx="0"/>
            <a:endCxn id="32" idx="1"/>
          </p:cNvCxnSpPr>
          <p:nvPr/>
        </p:nvCxnSpPr>
        <p:spPr>
          <a:xfrm rot="5400000" flipH="1" flipV="1">
            <a:off x="7615634" y="5554833"/>
            <a:ext cx="415866" cy="70841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9979E409-579E-310E-79B0-ABD2068272CE}"/>
              </a:ext>
            </a:extLst>
          </p:cNvPr>
          <p:cNvCxnSpPr>
            <a:cxnSpLocks/>
            <a:stCxn id="19" idx="0"/>
            <a:endCxn id="32" idx="3"/>
          </p:cNvCxnSpPr>
          <p:nvPr/>
        </p:nvCxnSpPr>
        <p:spPr>
          <a:xfrm rot="16200000" flipV="1">
            <a:off x="8048047" y="5560711"/>
            <a:ext cx="415866" cy="59084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223FD3F6-B5F8-32FA-BF8B-A4645EC55A2E}"/>
              </a:ext>
            </a:extLst>
          </p:cNvPr>
          <p:cNvCxnSpPr>
            <a:cxnSpLocks/>
            <a:stCxn id="20" idx="0"/>
            <a:endCxn id="33" idx="1"/>
          </p:cNvCxnSpPr>
          <p:nvPr/>
        </p:nvCxnSpPr>
        <p:spPr>
          <a:xfrm rot="5400000" flipH="1" flipV="1">
            <a:off x="8617799" y="5566020"/>
            <a:ext cx="394889" cy="69442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C6602D3B-073B-E1F6-AA8D-F02420BD9FC2}"/>
              </a:ext>
            </a:extLst>
          </p:cNvPr>
          <p:cNvCxnSpPr>
            <a:cxnSpLocks/>
            <a:stCxn id="21" idx="0"/>
            <a:endCxn id="33" idx="3"/>
          </p:cNvCxnSpPr>
          <p:nvPr/>
        </p:nvCxnSpPr>
        <p:spPr>
          <a:xfrm rot="16200000" flipV="1">
            <a:off x="9061600" y="5559111"/>
            <a:ext cx="383239" cy="71609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092F2731-927F-AE60-8376-9AFEB3721988}"/>
              </a:ext>
            </a:extLst>
          </p:cNvPr>
          <p:cNvCxnSpPr>
            <a:cxnSpLocks/>
            <a:stCxn id="22" idx="0"/>
            <a:endCxn id="34" idx="1"/>
          </p:cNvCxnSpPr>
          <p:nvPr/>
        </p:nvCxnSpPr>
        <p:spPr>
          <a:xfrm rot="5400000" flipH="1" flipV="1">
            <a:off x="9632125" y="5561097"/>
            <a:ext cx="377092" cy="73297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2EABB10E-C16B-180C-C00E-4C37324E8CA9}"/>
              </a:ext>
            </a:extLst>
          </p:cNvPr>
          <p:cNvCxnSpPr>
            <a:cxnSpLocks/>
            <a:stCxn id="23" idx="0"/>
            <a:endCxn id="34" idx="3"/>
          </p:cNvCxnSpPr>
          <p:nvPr/>
        </p:nvCxnSpPr>
        <p:spPr>
          <a:xfrm rot="16200000" flipV="1">
            <a:off x="10063352" y="5570618"/>
            <a:ext cx="377091" cy="54253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436D6830-0396-7BB2-9E62-67419853B771}"/>
              </a:ext>
            </a:extLst>
          </p:cNvPr>
          <p:cNvCxnSpPr>
            <a:cxnSpLocks/>
            <a:stCxn id="24" idx="0"/>
            <a:endCxn id="36" idx="1"/>
          </p:cNvCxnSpPr>
          <p:nvPr/>
        </p:nvCxnSpPr>
        <p:spPr>
          <a:xfrm rot="5400000" flipH="1" flipV="1">
            <a:off x="10619976" y="5564469"/>
            <a:ext cx="382993" cy="60648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AA0F4B49-316D-8827-4EE5-460D45016811}"/>
              </a:ext>
            </a:extLst>
          </p:cNvPr>
          <p:cNvCxnSpPr>
            <a:cxnSpLocks/>
            <a:stCxn id="35" idx="0"/>
            <a:endCxn id="36" idx="3"/>
          </p:cNvCxnSpPr>
          <p:nvPr/>
        </p:nvCxnSpPr>
        <p:spPr>
          <a:xfrm rot="16200000" flipV="1">
            <a:off x="11047028" y="5565514"/>
            <a:ext cx="382992" cy="58556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3B2A9C2-2025-E4C7-B5C8-E75F3221C195}"/>
              </a:ext>
            </a:extLst>
          </p:cNvPr>
          <p:cNvSpPr/>
          <p:nvPr/>
        </p:nvSpPr>
        <p:spPr>
          <a:xfrm>
            <a:off x="11211627" y="4597868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G23</a:t>
            </a:r>
          </a:p>
        </p:txBody>
      </p: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2CEC85BF-F46D-6A4A-8ECE-5FCB76354C1D}"/>
              </a:ext>
            </a:extLst>
          </p:cNvPr>
          <p:cNvCxnSpPr>
            <a:cxnSpLocks/>
            <a:stCxn id="36" idx="0"/>
            <a:endCxn id="107" idx="1"/>
          </p:cNvCxnSpPr>
          <p:nvPr/>
        </p:nvCxnSpPr>
        <p:spPr>
          <a:xfrm rot="5400000" flipH="1" flipV="1">
            <a:off x="10877713" y="4907529"/>
            <a:ext cx="481722" cy="186106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23BF95F-7450-86DB-08FE-87831F3A40CD}"/>
              </a:ext>
            </a:extLst>
          </p:cNvPr>
          <p:cNvCxnSpPr>
            <a:cxnSpLocks/>
            <a:stCxn id="3" idx="0"/>
            <a:endCxn id="107" idx="3"/>
          </p:cNvCxnSpPr>
          <p:nvPr/>
        </p:nvCxnSpPr>
        <p:spPr>
          <a:xfrm rot="16200000" flipV="1">
            <a:off x="11157657" y="5181141"/>
            <a:ext cx="1026566" cy="183725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FFFFCA67-B12B-D3E3-263F-7E07801AA94F}"/>
              </a:ext>
            </a:extLst>
          </p:cNvPr>
          <p:cNvCxnSpPr>
            <a:cxnSpLocks/>
            <a:stCxn id="25" idx="0"/>
            <a:endCxn id="37" idx="1"/>
          </p:cNvCxnSpPr>
          <p:nvPr/>
        </p:nvCxnSpPr>
        <p:spPr>
          <a:xfrm rot="5400000" flipH="1" flipV="1">
            <a:off x="904099" y="4834509"/>
            <a:ext cx="478767" cy="329194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19A8246D-D232-F99C-AE43-E3F8B7CA75BE}"/>
              </a:ext>
            </a:extLst>
          </p:cNvPr>
          <p:cNvCxnSpPr>
            <a:cxnSpLocks/>
            <a:stCxn id="26" idx="0"/>
            <a:endCxn id="37" idx="3"/>
          </p:cNvCxnSpPr>
          <p:nvPr/>
        </p:nvCxnSpPr>
        <p:spPr>
          <a:xfrm rot="16200000" flipV="1">
            <a:off x="1591229" y="4844023"/>
            <a:ext cx="478767" cy="310165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E6C3B1D9-0752-85CF-B9C0-38B6FB909285}"/>
              </a:ext>
            </a:extLst>
          </p:cNvPr>
          <p:cNvCxnSpPr>
            <a:cxnSpLocks/>
            <a:stCxn id="27" idx="0"/>
            <a:endCxn id="38" idx="1"/>
          </p:cNvCxnSpPr>
          <p:nvPr/>
        </p:nvCxnSpPr>
        <p:spPr>
          <a:xfrm rot="5400000" flipH="1" flipV="1">
            <a:off x="2932587" y="4830473"/>
            <a:ext cx="481721" cy="340221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0D7D6F45-EFCD-4239-2512-7DE4648D42E8}"/>
              </a:ext>
            </a:extLst>
          </p:cNvPr>
          <p:cNvCxnSpPr>
            <a:cxnSpLocks/>
            <a:stCxn id="28" idx="0"/>
            <a:endCxn id="38" idx="3"/>
          </p:cNvCxnSpPr>
          <p:nvPr/>
        </p:nvCxnSpPr>
        <p:spPr>
          <a:xfrm rot="16200000" flipV="1">
            <a:off x="3622565" y="4848165"/>
            <a:ext cx="478766" cy="301880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6CF9F317-ABC5-1A72-DFA4-AEAAE4C57801}"/>
              </a:ext>
            </a:extLst>
          </p:cNvPr>
          <p:cNvCxnSpPr>
            <a:cxnSpLocks/>
            <a:stCxn id="29" idx="0"/>
            <a:endCxn id="39" idx="1"/>
          </p:cNvCxnSpPr>
          <p:nvPr/>
        </p:nvCxnSpPr>
        <p:spPr>
          <a:xfrm rot="5400000" flipH="1" flipV="1">
            <a:off x="4958755" y="4826113"/>
            <a:ext cx="478767" cy="345984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4676E626-533B-BAE4-F800-D3D6D18EA04C}"/>
              </a:ext>
            </a:extLst>
          </p:cNvPr>
          <p:cNvCxnSpPr>
            <a:cxnSpLocks/>
            <a:stCxn id="30" idx="0"/>
            <a:endCxn id="39" idx="3"/>
          </p:cNvCxnSpPr>
          <p:nvPr/>
        </p:nvCxnSpPr>
        <p:spPr>
          <a:xfrm rot="16200000" flipV="1">
            <a:off x="5643210" y="4855091"/>
            <a:ext cx="478766" cy="288025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1E7FE747-3385-A378-8723-EF44AAABBC10}"/>
              </a:ext>
            </a:extLst>
          </p:cNvPr>
          <p:cNvCxnSpPr>
            <a:cxnSpLocks/>
            <a:stCxn id="31" idx="0"/>
            <a:endCxn id="40" idx="1"/>
          </p:cNvCxnSpPr>
          <p:nvPr/>
        </p:nvCxnSpPr>
        <p:spPr>
          <a:xfrm rot="5400000" flipH="1" flipV="1">
            <a:off x="6954806" y="4842675"/>
            <a:ext cx="480115" cy="301230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EBA688DA-D2A5-128B-6BE1-5740DFC73E02}"/>
              </a:ext>
            </a:extLst>
          </p:cNvPr>
          <p:cNvCxnSpPr>
            <a:cxnSpLocks/>
            <a:stCxn id="32" idx="0"/>
            <a:endCxn id="40" idx="3"/>
          </p:cNvCxnSpPr>
          <p:nvPr/>
        </p:nvCxnSpPr>
        <p:spPr>
          <a:xfrm rot="16200000" flipV="1">
            <a:off x="7644204" y="4821957"/>
            <a:ext cx="467235" cy="329785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E7D98DA4-81BC-33EE-A258-C14189163581}"/>
              </a:ext>
            </a:extLst>
          </p:cNvPr>
          <p:cNvCxnSpPr>
            <a:cxnSpLocks/>
            <a:stCxn id="33" idx="0"/>
            <a:endCxn id="41" idx="1"/>
          </p:cNvCxnSpPr>
          <p:nvPr/>
        </p:nvCxnSpPr>
        <p:spPr>
          <a:xfrm rot="5400000" flipH="1" flipV="1">
            <a:off x="8966462" y="4826948"/>
            <a:ext cx="481722" cy="347268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B31F8515-2CEC-5834-BFC7-C58B10FBB162}"/>
              </a:ext>
            </a:extLst>
          </p:cNvPr>
          <p:cNvCxnSpPr>
            <a:cxnSpLocks/>
            <a:stCxn id="34" idx="0"/>
            <a:endCxn id="41" idx="3"/>
          </p:cNvCxnSpPr>
          <p:nvPr/>
        </p:nvCxnSpPr>
        <p:spPr>
          <a:xfrm rot="16200000" flipV="1">
            <a:off x="9650914" y="4857215"/>
            <a:ext cx="487625" cy="292638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41B47B0-D9A4-ADB0-C5E1-8472AFE570E1}"/>
              </a:ext>
            </a:extLst>
          </p:cNvPr>
          <p:cNvSpPr/>
          <p:nvPr/>
        </p:nvSpPr>
        <p:spPr>
          <a:xfrm>
            <a:off x="2302050" y="3771132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AFEDBCB-903F-8FE0-9121-655DA617206F}"/>
              </a:ext>
            </a:extLst>
          </p:cNvPr>
          <p:cNvSpPr/>
          <p:nvPr/>
        </p:nvSpPr>
        <p:spPr>
          <a:xfrm>
            <a:off x="6425947" y="3772735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G9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9DDF206-C29B-7FC4-2310-EE38AD33A004}"/>
              </a:ext>
            </a:extLst>
          </p:cNvPr>
          <p:cNvSpPr/>
          <p:nvPr/>
        </p:nvSpPr>
        <p:spPr>
          <a:xfrm>
            <a:off x="10366119" y="3771387"/>
            <a:ext cx="367450" cy="323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G18</a:t>
            </a:r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F1216EBF-1ADB-783B-BE77-109F55462DBF}"/>
              </a:ext>
            </a:extLst>
          </p:cNvPr>
          <p:cNvCxnSpPr>
            <a:cxnSpLocks/>
            <a:stCxn id="37" idx="0"/>
            <a:endCxn id="145" idx="1"/>
          </p:cNvCxnSpPr>
          <p:nvPr/>
        </p:nvCxnSpPr>
        <p:spPr>
          <a:xfrm rot="5400000" flipH="1" flipV="1">
            <a:off x="1564485" y="3860304"/>
            <a:ext cx="664884" cy="810246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509B6DDC-5DF5-A879-24FE-9C0528A5E221}"/>
              </a:ext>
            </a:extLst>
          </p:cNvPr>
          <p:cNvCxnSpPr>
            <a:cxnSpLocks/>
            <a:stCxn id="38" idx="0"/>
            <a:endCxn id="145" idx="3"/>
          </p:cNvCxnSpPr>
          <p:nvPr/>
        </p:nvCxnSpPr>
        <p:spPr>
          <a:xfrm rot="16200000" flipV="1">
            <a:off x="2765950" y="3836535"/>
            <a:ext cx="664884" cy="857783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7668A86B-0E95-813D-090A-C2AD89438940}"/>
              </a:ext>
            </a:extLst>
          </p:cNvPr>
          <p:cNvCxnSpPr>
            <a:cxnSpLocks/>
            <a:stCxn id="39" idx="0"/>
            <a:endCxn id="146" idx="1"/>
          </p:cNvCxnSpPr>
          <p:nvPr/>
        </p:nvCxnSpPr>
        <p:spPr>
          <a:xfrm rot="5400000" flipH="1" flipV="1">
            <a:off x="5658761" y="3830682"/>
            <a:ext cx="663280" cy="871092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A025EEB7-9471-796A-2245-32E4BB0F67A1}"/>
              </a:ext>
            </a:extLst>
          </p:cNvPr>
          <p:cNvCxnSpPr>
            <a:cxnSpLocks/>
            <a:stCxn id="40" idx="0"/>
            <a:endCxn id="146" idx="3"/>
          </p:cNvCxnSpPr>
          <p:nvPr/>
        </p:nvCxnSpPr>
        <p:spPr>
          <a:xfrm rot="16200000" flipV="1">
            <a:off x="6832905" y="3895081"/>
            <a:ext cx="656791" cy="735806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49565653-5810-637D-1142-EF84C6031F5B}"/>
              </a:ext>
            </a:extLst>
          </p:cNvPr>
          <p:cNvCxnSpPr>
            <a:cxnSpLocks/>
            <a:stCxn id="41" idx="0"/>
            <a:endCxn id="147" idx="1"/>
          </p:cNvCxnSpPr>
          <p:nvPr/>
        </p:nvCxnSpPr>
        <p:spPr>
          <a:xfrm rot="5400000" flipH="1" flipV="1">
            <a:off x="9633086" y="3864836"/>
            <a:ext cx="664628" cy="801437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D82BDBD1-33AD-ACC8-E6D7-3BAA1348E438}"/>
              </a:ext>
            </a:extLst>
          </p:cNvPr>
          <p:cNvCxnSpPr>
            <a:cxnSpLocks/>
            <a:stCxn id="107" idx="0"/>
            <a:endCxn id="147" idx="3"/>
          </p:cNvCxnSpPr>
          <p:nvPr/>
        </p:nvCxnSpPr>
        <p:spPr>
          <a:xfrm rot="16200000" flipV="1">
            <a:off x="10732147" y="3934662"/>
            <a:ext cx="664628" cy="661783"/>
          </a:xfrm>
          <a:prstGeom prst="bentConnector2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4AE6E7A-BD73-E47A-BED7-0ACC9F2A39DD}"/>
              </a:ext>
            </a:extLst>
          </p:cNvPr>
          <p:cNvSpPr/>
          <p:nvPr/>
        </p:nvSpPr>
        <p:spPr>
          <a:xfrm>
            <a:off x="6149906" y="2412849"/>
            <a:ext cx="919531" cy="323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H" sz="1100" dirty="0"/>
              <a:t>Winner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4A4709D-24AF-50D9-F012-A12095D23B71}"/>
              </a:ext>
            </a:extLst>
          </p:cNvPr>
          <p:cNvCxnSpPr>
            <a:cxnSpLocks/>
            <a:stCxn id="147" idx="0"/>
            <a:endCxn id="179" idx="2"/>
          </p:cNvCxnSpPr>
          <p:nvPr/>
        </p:nvCxnSpPr>
        <p:spPr>
          <a:xfrm flipH="1" flipV="1">
            <a:off x="6609672" y="2736554"/>
            <a:ext cx="3940172" cy="10348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3C6D85B-A256-ED95-EDB4-A33C3E5FEA9D}"/>
              </a:ext>
            </a:extLst>
          </p:cNvPr>
          <p:cNvCxnSpPr>
            <a:cxnSpLocks/>
            <a:stCxn id="146" idx="0"/>
            <a:endCxn id="179" idx="2"/>
          </p:cNvCxnSpPr>
          <p:nvPr/>
        </p:nvCxnSpPr>
        <p:spPr>
          <a:xfrm flipV="1">
            <a:off x="6609672" y="2736554"/>
            <a:ext cx="0" cy="10361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5F94AE3-3EF3-3BCA-E8DD-7EDC6B2198D4}"/>
              </a:ext>
            </a:extLst>
          </p:cNvPr>
          <p:cNvCxnSpPr>
            <a:cxnSpLocks/>
            <a:stCxn id="145" idx="0"/>
            <a:endCxn id="179" idx="2"/>
          </p:cNvCxnSpPr>
          <p:nvPr/>
        </p:nvCxnSpPr>
        <p:spPr>
          <a:xfrm flipV="1">
            <a:off x="2485775" y="2736554"/>
            <a:ext cx="4123897" cy="10345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Picture 4" descr="Realistic golden trophy with gold laurel wreath and ribbon | Premium Vector">
            <a:extLst>
              <a:ext uri="{FF2B5EF4-FFF2-40B4-BE49-F238E27FC236}">
                <a16:creationId xmlns:a16="http://schemas.microsoft.com/office/drawing/2014/main" id="{68F848E9-C0D4-0810-EBE2-65E17F3E4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118" y="593421"/>
            <a:ext cx="1724118" cy="172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13">
            <a:extLst>
              <a:ext uri="{FF2B5EF4-FFF2-40B4-BE49-F238E27FC236}">
                <a16:creationId xmlns:a16="http://schemas.microsoft.com/office/drawing/2014/main" id="{9C209352-95E9-9A9D-C9C2-197A9E2F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6582" l="9961" r="89893">
                        <a14:foregroundMark x1="31006" y1="34570" x2="31006" y2="34570"/>
                        <a14:foregroundMark x1="41211" y1="8008" x2="41211" y2="8008"/>
                        <a14:foregroundMark x1="38965" y1="70117" x2="38965" y2="70117"/>
                        <a14:foregroundMark x1="25684" y1="68018" x2="25684" y2="68018"/>
                        <a14:foregroundMark x1="21338" y1="81152" x2="21338" y2="81152"/>
                        <a14:foregroundMark x1="16553" y1="94775" x2="16553" y2="94775"/>
                        <a14:foregroundMark x1="42773" y1="94580" x2="42773" y2="94580"/>
                        <a14:foregroundMark x1="68115" y1="93213" x2="68115" y2="93213"/>
                        <a14:foregroundMark x1="80859" y1="94092" x2="80859" y2="94092"/>
                        <a14:foregroundMark x1="56738" y1="93018" x2="56738" y2="93018"/>
                        <a14:foregroundMark x1="42920" y1="93213" x2="42920" y2="93213"/>
                        <a14:foregroundMark x1="32568" y1="93359" x2="32568" y2="93359"/>
                        <a14:foregroundMark x1="76367" y1="68018" x2="76367" y2="68018"/>
                        <a14:foregroundMark x1="64160" y1="66309" x2="64160" y2="66309"/>
                        <a14:foregroundMark x1="71045" y1="65967" x2="71045" y2="65967"/>
                        <a14:foregroundMark x1="71191" y1="69580" x2="71191" y2="69580"/>
                        <a14:foregroundMark x1="56396" y1="71973" x2="56396" y2="71973"/>
                        <a14:foregroundMark x1="16211" y1="70801" x2="16211" y2="70801"/>
                        <a14:foregroundMark x1="45703" y1="81152" x2="45703" y2="81152"/>
                        <a14:foregroundMark x1="48633" y1="81982" x2="48633" y2="81982"/>
                        <a14:foregroundMark x1="54492" y1="81836" x2="54492" y2="81836"/>
                        <a14:foregroundMark x1="60352" y1="83203" x2="60352" y2="83203"/>
                        <a14:foregroundMark x1="66748" y1="81299" x2="66748" y2="81299"/>
                        <a14:foregroundMark x1="69824" y1="81494" x2="69824" y2="81494"/>
                        <a14:foregroundMark x1="77930" y1="81494" x2="77930" y2="81494"/>
                        <a14:foregroundMark x1="15137" y1="82861" x2="15137" y2="82861"/>
                        <a14:foregroundMark x1="15332" y1="85645" x2="15332" y2="85645"/>
                        <a14:foregroundMark x1="17725" y1="80469" x2="17725" y2="80469"/>
                        <a14:foregroundMark x1="28955" y1="82861" x2="28955" y2="82861"/>
                        <a14:foregroundMark x1="38086" y1="81982" x2="38086" y2="81982"/>
                        <a14:foregroundMark x1="59131" y1="8008" x2="59131" y2="8008"/>
                        <a14:foregroundMark x1="43262" y1="4541" x2="43262" y2="4541"/>
                        <a14:foregroundMark x1="85547" y1="4053" x2="85547" y2="4053"/>
                        <a14:foregroundMark x1="39795" y1="3857" x2="39795" y2="3857"/>
                        <a14:foregroundMark x1="86035" y1="3613" x2="86035" y2="3613"/>
                        <a14:foregroundMark x1="86133" y1="3125" x2="86133" y2="3125"/>
                        <a14:foregroundMark x1="62549" y1="65771" x2="62549" y2="65771"/>
                        <a14:foregroundMark x1="77246" y1="66357" x2="77246" y2="66357"/>
                        <a14:foregroundMark x1="63916" y1="70459" x2="63916" y2="70459"/>
                        <a14:foregroundMark x1="48584" y1="70557" x2="48584" y2="70557"/>
                        <a14:foregroundMark x1="38477" y1="67236" x2="38477" y2="67236"/>
                        <a14:foregroundMark x1="26465" y1="66846" x2="26465" y2="66846"/>
                        <a14:foregroundMark x1="16357" y1="68213" x2="16357" y2="68213"/>
                        <a14:foregroundMark x1="22070" y1="80811" x2="22070" y2="80811"/>
                        <a14:foregroundMark x1="15576" y1="81201" x2="15576" y2="81201"/>
                        <a14:foregroundMark x1="45898" y1="82715" x2="45898" y2="83789"/>
                        <a14:foregroundMark x1="45801" y1="86230" x2="45801" y2="86230"/>
                        <a14:foregroundMark x1="41113" y1="80420" x2="41113" y2="80420"/>
                        <a14:foregroundMark x1="48975" y1="82227" x2="48975" y2="82227"/>
                        <a14:foregroundMark x1="48975" y1="82227" x2="48975" y2="82227"/>
                        <a14:foregroundMark x1="43164" y1="93164" x2="43164" y2="93164"/>
                        <a14:foregroundMark x1="74707" y1="81738" x2="74707" y2="81738"/>
                        <a14:foregroundMark x1="69971" y1="85449" x2="69971" y2="85449"/>
                        <a14:foregroundMark x1="77734" y1="84375" x2="77734" y2="84375"/>
                        <a14:foregroundMark x1="57178" y1="92871" x2="57178" y2="92871"/>
                        <a14:foregroundMark x1="54736" y1="80420" x2="54736" y2="80420"/>
                        <a14:foregroundMark x1="60400" y1="81201" x2="60400" y2="81201"/>
                        <a14:foregroundMark x1="76270" y1="70264" x2="76270" y2="70264"/>
                        <a14:foregroundMark x1="48682" y1="69189" x2="48682" y2="69189"/>
                        <a14:foregroundMark x1="39355" y1="68408" x2="39355" y2="68408"/>
                        <a14:foregroundMark x1="32324" y1="67822" x2="32324" y2="67822"/>
                        <a14:foregroundMark x1="20166" y1="68799" x2="20166" y2="68799"/>
                        <a14:foregroundMark x1="19482" y1="72021" x2="19482" y2="72021"/>
                        <a14:foregroundMark x1="26563" y1="72705" x2="26563" y2="72705"/>
                        <a14:foregroundMark x1="32324" y1="72607" x2="32324" y2="72607"/>
                        <a14:foregroundMark x1="33594" y1="69580" x2="33594" y2="69580"/>
                        <a14:foregroundMark x1="42090" y1="65771" x2="42090" y2="65771"/>
                        <a14:foregroundMark x1="42969" y1="68311" x2="42969" y2="68311"/>
                        <a14:foregroundMark x1="49365" y1="67041" x2="49365" y2="67041"/>
                        <a14:foregroundMark x1="54150" y1="65576" x2="54150" y2="65576"/>
                        <a14:foregroundMark x1="29395" y1="92578" x2="29395" y2="92578"/>
                        <a14:foregroundMark x1="29785" y1="81104" x2="29785" y2="81104"/>
                        <a14:foregroundMark x1="15771" y1="83887" x2="15771" y2="83887"/>
                        <a14:foregroundMark x1="17627" y1="86523" x2="17627" y2="86523"/>
                        <a14:foregroundMark x1="73926" y1="58252" x2="73926" y2="58252"/>
                        <a14:foregroundMark x1="73438" y1="60400" x2="73438" y2="60400"/>
                        <a14:foregroundMark x1="72168" y1="62354" x2="72168" y2="62354"/>
                        <a14:foregroundMark x1="83398" y1="93164" x2="83398" y2="93164"/>
                        <a14:foregroundMark x1="81055" y1="95313" x2="81055" y2="95313"/>
                        <a14:foregroundMark x1="43164" y1="95996" x2="43164" y2="95996"/>
                        <a14:foregroundMark x1="44043" y1="96582" x2="44043" y2="96582"/>
                        <a14:foregroundMark x1="46094" y1="95898" x2="46094" y2="95898"/>
                        <a14:foregroundMark x1="46289" y1="93652" x2="46289" y2="93652"/>
                        <a14:foregroundMark x1="28906" y1="93945" x2="28906" y2="93945"/>
                        <a14:foregroundMark x1="18115" y1="92578" x2="18115" y2="92578"/>
                        <a14:foregroundMark x1="15576" y1="96387" x2="15576" y2="96387"/>
                        <a14:foregroundMark x1="54834" y1="82617" x2="54834" y2="82617"/>
                        <a14:foregroundMark x1="67041" y1="81836" x2="67041" y2="81836"/>
                        <a14:foregroundMark x1="71582" y1="93555" x2="71582" y2="93555"/>
                        <a14:foregroundMark x1="71582" y1="96191" x2="71582" y2="96191"/>
                        <a14:foregroundMark x1="81250" y1="94141" x2="81250" y2="94141"/>
                        <a14:foregroundMark x1="81055" y1="92676" x2="81055" y2="92676"/>
                        <a14:foregroundMark x1="16943" y1="94922" x2="16943" y2="94922"/>
                        <a14:backgroundMark x1="18408" y1="67627" x2="18408" y2="67627"/>
                        <a14:backgroundMark x1="41016" y1="67432" x2="41016" y2="67432"/>
                        <a14:backgroundMark x1="41699" y1="71729" x2="41699" y2="71729"/>
                        <a14:backgroundMark x1="61865" y1="81934" x2="61865" y2="81934"/>
                        <a14:backgroundMark x1="81738" y1="93457" x2="81738" y2="93457"/>
                        <a14:backgroundMark x1="82227" y1="95703" x2="82227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78" y="0"/>
            <a:ext cx="1237922" cy="123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A068BE1-C8A8-52EF-DA16-C144BABBC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90883"/>
              </p:ext>
            </p:extLst>
          </p:nvPr>
        </p:nvGraphicFramePr>
        <p:xfrm>
          <a:off x="8155451" y="1442886"/>
          <a:ext cx="2809422" cy="1112520"/>
        </p:xfrm>
        <a:graphic>
          <a:graphicData uri="http://schemas.openxmlformats.org/drawingml/2006/table">
            <a:tbl>
              <a:tblPr firstRow="1" bandRow="1"/>
              <a:tblGrid>
                <a:gridCol w="1271884">
                  <a:extLst>
                    <a:ext uri="{9D8B030D-6E8A-4147-A177-3AD203B41FA5}">
                      <a16:colId xmlns:a16="http://schemas.microsoft.com/office/drawing/2014/main" val="1774833965"/>
                    </a:ext>
                  </a:extLst>
                </a:gridCol>
                <a:gridCol w="1537538">
                  <a:extLst>
                    <a:ext uri="{9D8B030D-6E8A-4147-A177-3AD203B41FA5}">
                      <a16:colId xmlns:a16="http://schemas.microsoft.com/office/drawing/2014/main" val="2359776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1st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5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2nd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73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3rd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899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74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3B8C8-3CDE-55EF-160E-7E4D06F3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Schedule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B5C4BB-120E-F743-F0BC-F722F411E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983089"/>
              </p:ext>
            </p:extLst>
          </p:nvPr>
        </p:nvGraphicFramePr>
        <p:xfrm>
          <a:off x="4038600" y="1831480"/>
          <a:ext cx="7622023" cy="26600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7985">
                  <a:extLst>
                    <a:ext uri="{9D8B030D-6E8A-4147-A177-3AD203B41FA5}">
                      <a16:colId xmlns:a16="http://schemas.microsoft.com/office/drawing/2014/main" val="1612746824"/>
                    </a:ext>
                  </a:extLst>
                </a:gridCol>
                <a:gridCol w="1953177">
                  <a:extLst>
                    <a:ext uri="{9D8B030D-6E8A-4147-A177-3AD203B41FA5}">
                      <a16:colId xmlns:a16="http://schemas.microsoft.com/office/drawing/2014/main" val="1372933839"/>
                    </a:ext>
                  </a:extLst>
                </a:gridCol>
                <a:gridCol w="1576116">
                  <a:extLst>
                    <a:ext uri="{9D8B030D-6E8A-4147-A177-3AD203B41FA5}">
                      <a16:colId xmlns:a16="http://schemas.microsoft.com/office/drawing/2014/main" val="3167443733"/>
                    </a:ext>
                  </a:extLst>
                </a:gridCol>
                <a:gridCol w="1290626">
                  <a:extLst>
                    <a:ext uri="{9D8B030D-6E8A-4147-A177-3AD203B41FA5}">
                      <a16:colId xmlns:a16="http://schemas.microsoft.com/office/drawing/2014/main" val="3734724205"/>
                    </a:ext>
                  </a:extLst>
                </a:gridCol>
                <a:gridCol w="1374119">
                  <a:extLst>
                    <a:ext uri="{9D8B030D-6E8A-4147-A177-3AD203B41FA5}">
                      <a16:colId xmlns:a16="http://schemas.microsoft.com/office/drawing/2014/main" val="202849582"/>
                    </a:ext>
                  </a:extLst>
                </a:gridCol>
              </a:tblGrid>
              <a:tr h="307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time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Field 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Field 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Field 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Field 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2413628037"/>
                  </a:ext>
                </a:extLst>
              </a:tr>
              <a:tr h="307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9.00-9.10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highlight>
                            <a:srgbClr val="FFFF00"/>
                          </a:highlight>
                        </a:rPr>
                        <a:t>G1 vs G2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highlight>
                            <a:srgbClr val="FFFF00"/>
                          </a:highlight>
                        </a:rPr>
                        <a:t>G3 vs G4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highlight>
                            <a:srgbClr val="FFFF00"/>
                          </a:highlight>
                        </a:rPr>
                        <a:t>G5 vs G6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G7 vs G8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1711121705"/>
                  </a:ext>
                </a:extLst>
              </a:tr>
              <a:tr h="2896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 dirty="0">
                          <a:effectLst/>
                        </a:rPr>
                        <a:t>9.10-9.20</a:t>
                      </a:r>
                      <a:endParaRPr lang="en-TH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G9 vs G10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G11 vs G12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G13 vs G14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G15 vs G16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1524995806"/>
                  </a:ext>
                </a:extLst>
              </a:tr>
              <a:tr h="2832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9.20-9.30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G17 vs G18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G19 vs G20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G21 vs G22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X1 vs X2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2533313816"/>
                  </a:ext>
                </a:extLst>
              </a:tr>
              <a:tr h="307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9.30-9.40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X3 vs X4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X5 vs X6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X7 vs X8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X9 vs X10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2693349095"/>
                  </a:ext>
                </a:extLst>
              </a:tr>
              <a:tr h="307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9.40-9.50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X11 vs G23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Y1 vs Y2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Y3 vs Y4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Y5 vs Y6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1372667530"/>
                  </a:ext>
                </a:extLst>
              </a:tr>
              <a:tr h="307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9.50-10.00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Z1 vs Z2 Vs Z3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 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 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TH" sz="1600" u="none" strike="noStrike">
                          <a:effectLst/>
                        </a:rPr>
                        <a:t> </a:t>
                      </a: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219187873"/>
                  </a:ext>
                </a:extLst>
              </a:tr>
              <a:tr h="552205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Note: preparation 5 minutes and competition 5 minutes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TH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TH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71" marR="12771" marT="12771" marB="0" anchor="b"/>
                </a:tc>
                <a:extLst>
                  <a:ext uri="{0D108BD9-81ED-4DB2-BD59-A6C34878D82A}">
                    <a16:rowId xmlns:a16="http://schemas.microsoft.com/office/drawing/2014/main" val="19564330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E13F43-B7A1-536C-6670-85A3BE44D237}"/>
              </a:ext>
            </a:extLst>
          </p:cNvPr>
          <p:cNvSpPr txBox="1"/>
          <p:nvPr/>
        </p:nvSpPr>
        <p:spPr>
          <a:xfrm>
            <a:off x="4032514" y="971425"/>
            <a:ext cx="328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b="1" dirty="0"/>
              <a:t>September 27, 2025</a:t>
            </a:r>
          </a:p>
          <a:p>
            <a:r>
              <a:rPr lang="en-TH" b="1" dirty="0"/>
              <a:t>Room 89-506 Robot Academy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D0313-C38A-D7A6-1363-FECABE4EF4BA}"/>
              </a:ext>
            </a:extLst>
          </p:cNvPr>
          <p:cNvSpPr txBox="1"/>
          <p:nvPr/>
        </p:nvSpPr>
        <p:spPr>
          <a:xfrm>
            <a:off x="4032514" y="4705282"/>
            <a:ext cx="6981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An absent member</a:t>
            </a:r>
            <a:r>
              <a:rPr lang="en-TH" dirty="0"/>
              <a:t> will </a:t>
            </a:r>
            <a:r>
              <a:rPr lang="en-US" dirty="0"/>
              <a:t>receive a half score or zero, referencing the score of the member who attended.</a:t>
            </a:r>
          </a:p>
          <a:p>
            <a:r>
              <a:rPr lang="en-US" dirty="0"/>
              <a:t>- There is only a reward for the winner.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207947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1012</Words>
  <Application>Microsoft Macintosh PowerPoint</Application>
  <PresentationFormat>Widescreen</PresentationFormat>
  <Paragraphs>363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Calibri</vt:lpstr>
      <vt:lpstr>Roboto</vt:lpstr>
      <vt:lpstr>Office Theme</vt:lpstr>
      <vt:lpstr>Mini Project</vt:lpstr>
      <vt:lpstr>Robot setup</vt:lpstr>
      <vt:lpstr>Setup the scene</vt:lpstr>
      <vt:lpstr>Rules to play</vt:lpstr>
      <vt:lpstr>Rules to play</vt:lpstr>
      <vt:lpstr>Rules to play</vt:lpstr>
      <vt:lpstr>Rules to play</vt:lpstr>
      <vt:lpstr>Rules to play</vt:lpstr>
      <vt:lpstr>Rubrics</vt:lpstr>
      <vt:lpstr>Group</vt:lpstr>
      <vt:lpstr>Competition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Phunopas Amornphun</dc:creator>
  <cp:lastModifiedBy>Phunopas Amornphun</cp:lastModifiedBy>
  <cp:revision>19</cp:revision>
  <dcterms:created xsi:type="dcterms:W3CDTF">2025-07-24T07:55:57Z</dcterms:created>
  <dcterms:modified xsi:type="dcterms:W3CDTF">2025-09-27T07:02:29Z</dcterms:modified>
</cp:coreProperties>
</file>